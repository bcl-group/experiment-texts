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6597D4-EAE2-4908-85CE-DA7419C0DC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C376926-F43C-40CF-9B5A-7A9AA0303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DB2472-EC86-4E8C-A4BA-23B430332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DB3B76-DE4B-4E13-8BB5-E4DC41E54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50C42E-3E89-42DE-BE5A-048442BC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5990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C4F4D26-921A-44A7-9DD6-081E94B7A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AFC91CF-C2CC-40F8-9D42-084D0CD150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C02584-B161-4D05-BE05-A26767ABB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9C0988-2431-4918-8537-D6E9E5E06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3A1439-72AC-45CF-A274-990A531F0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9105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503E76-6934-4D9D-A3E0-86A287D88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DC88A8-9BB7-4BEE-9786-899D0D080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147C8C-9087-4E0F-B141-1A23A28C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859994-F36F-4ADA-944C-1F493468C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92AF00-52E3-4D03-B617-5A5372D14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077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E550A7-B8CE-4511-A6E6-17370E0F6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CC5951-DA81-427F-8DF2-34A99C0431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C4EC36C-172E-4866-AA5F-A1A5DD8A8C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33D190-3F24-4716-9B6C-C2800F0B0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6A9899E-5B29-45C6-A683-C04717522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EA3F6C-4B19-4BB4-8D96-C6D10CAE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5808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8F4366-F59E-4756-A77F-96CF415E6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BDCC17F-E8F5-46B8-B345-67D5AE0FB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A873C9-7437-47FD-9030-8B2A708C9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5E0A989-A592-40B4-AEDD-17C42A159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29A588A-7FA2-4F15-A0C1-18C11A1445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C837241-3E4D-4878-811A-DC45A9D7D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C83137E-E9A7-4BBE-9448-11F129F8D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466A180-C17E-4805-99EC-8860F567A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1533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0D8BD3-D579-4439-9E91-480947729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A7E5306-1340-4340-9C13-F8DB58A2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47B3739-E3F1-4B76-AD99-23BD32198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5B4741-150D-44EF-8068-E5AACB7EC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378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58DFFDC-F9A3-4647-A597-8F2AE503A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FE22C218-A1ED-451F-A193-8469664CC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BC3F2B-48A3-4A7A-8A0D-E33C87B39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05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D6DA543-B100-4948-B2D5-2F373963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6E86DCE-233C-49AE-B890-7CD0F263A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F249EC-FE1A-4BAE-81DC-91936DA9A7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1FBE0C7-C30E-4954-A7BF-0FC3D20E6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36A5957-F7C5-4A66-A224-CEF29D513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CCCE28-2430-462E-B798-8AE37B08F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0557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5A9EFA-18BD-462A-8129-04B8B279E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E939E0D-E1BA-4B85-95CF-F3047BA369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F12D611-5925-4AE6-9342-D1C5011E0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11F1F42-B121-4535-8F35-8BA2BCB8F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096B81-65AC-428B-875D-E56FF8F77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38F026F-816F-47BB-98FD-ADC2D7383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713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504480-1784-42A1-91EF-8A074BDD4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C5526AC-F636-42B8-B5D9-ABA9BC4DD6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966BD9-D75D-43B5-BBF0-855366B2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477A11-07B3-47FD-8FE8-747476170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66FDB0-4968-4DFC-9366-9F4B5760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61354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887B5E6-F900-4673-90BF-5A14D9A40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D989746-E574-4281-B8A9-F8EC63612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62B6617-7BF2-44BB-863C-9C9AACE9D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D0B168-C811-48FA-82D4-C0E2978F1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203829-206E-4C72-A4E0-7E4C14031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0233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3FD7C42-2939-4769-9F0F-A7D482E07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5CD132-DB52-4E67-8555-34BBB36669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3B66245-3615-4024-A373-4ED43D4D5E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ED34F1-6682-46B9-BF5F-18ECE70CA324}" type="datetimeFigureOut">
              <a:rPr kumimoji="1" lang="ja-JP" altLang="en-US" smtClean="0"/>
              <a:t>2025/3/27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CC3BE87-AA8B-407D-B1C3-D56E8BBCD7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A47DA4D-859A-455D-9792-E8C2F2EF2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93EF10-57A9-4CA0-89D2-2DFE3DDEB96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129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図 126" descr="人体図のイラスト２">
            <a:extLst>
              <a:ext uri="{FF2B5EF4-FFF2-40B4-BE49-F238E27FC236}">
                <a16:creationId xmlns:a16="http://schemas.microsoft.com/office/drawing/2014/main" id="{289C2A5D-8117-4804-9C1D-78FD0AD10900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79"/>
          <a:stretch/>
        </p:blipFill>
        <p:spPr bwMode="auto">
          <a:xfrm>
            <a:off x="3086735" y="3026110"/>
            <a:ext cx="5781675" cy="31146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8" name="角丸四角形 3">
            <a:extLst>
              <a:ext uri="{FF2B5EF4-FFF2-40B4-BE49-F238E27FC236}">
                <a16:creationId xmlns:a16="http://schemas.microsoft.com/office/drawing/2014/main" id="{409ADB60-62D2-4E33-9013-C986319435ED}"/>
              </a:ext>
            </a:extLst>
          </p:cNvPr>
          <p:cNvSpPr/>
          <p:nvPr/>
        </p:nvSpPr>
        <p:spPr>
          <a:xfrm>
            <a:off x="4161977" y="5432760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19" name="角丸四角形 6">
            <a:extLst>
              <a:ext uri="{FF2B5EF4-FFF2-40B4-BE49-F238E27FC236}">
                <a16:creationId xmlns:a16="http://schemas.microsoft.com/office/drawing/2014/main" id="{B92E7C55-93D7-4F71-AC06-CBB8D0C1F230}"/>
              </a:ext>
            </a:extLst>
          </p:cNvPr>
          <p:cNvSpPr/>
          <p:nvPr/>
        </p:nvSpPr>
        <p:spPr>
          <a:xfrm rot="720000">
            <a:off x="4286885" y="4454860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20" name="角丸四角形 8">
            <a:extLst>
              <a:ext uri="{FF2B5EF4-FFF2-40B4-BE49-F238E27FC236}">
                <a16:creationId xmlns:a16="http://schemas.microsoft.com/office/drawing/2014/main" id="{0766B07E-3599-431D-95DC-B25CA1ED5EC0}"/>
              </a:ext>
            </a:extLst>
          </p:cNvPr>
          <p:cNvSpPr/>
          <p:nvPr/>
        </p:nvSpPr>
        <p:spPr>
          <a:xfrm flipH="1">
            <a:off x="4080545" y="4052595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21" name="テキスト ボックス 2">
            <a:extLst>
              <a:ext uri="{FF2B5EF4-FFF2-40B4-BE49-F238E27FC236}">
                <a16:creationId xmlns:a16="http://schemas.microsoft.com/office/drawing/2014/main" id="{19F75778-ABE9-49D3-ACEB-DD35F9FCD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58086" y="4331035"/>
            <a:ext cx="1333500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228600" indent="-228600" algn="just">
              <a:spcAft>
                <a:spcPts val="0"/>
              </a:spcAft>
            </a:pPr>
            <a:r>
              <a:rPr lang="ja-JP" altLang="en-US" sz="1200" b="1" kern="100" dirty="0"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□　</a:t>
            </a: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大腿二頭筋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22" name="テキスト ボックス 2">
            <a:extLst>
              <a:ext uri="{FF2B5EF4-FFF2-40B4-BE49-F238E27FC236}">
                <a16:creationId xmlns:a16="http://schemas.microsoft.com/office/drawing/2014/main" id="{022CFFDD-2CE1-4754-BF39-8FCFC6D2F8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9233" y="5101793"/>
            <a:ext cx="1333413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内側腓腹筋</a:t>
            </a:r>
            <a:endParaRPr lang="ja-JP" sz="1050" kern="10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23" name="テキスト ボックス 2">
            <a:extLst>
              <a:ext uri="{FF2B5EF4-FFF2-40B4-BE49-F238E27FC236}">
                <a16:creationId xmlns:a16="http://schemas.microsoft.com/office/drawing/2014/main" id="{9A021A98-C792-4448-8163-B3C9B2583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694" y="5379426"/>
            <a:ext cx="1228725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lvl="0" algn="just">
              <a:spcAft>
                <a:spcPts val="0"/>
              </a:spcAft>
            </a:pPr>
            <a:r>
              <a:rPr lang="ja-JP" altLang="en-US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□　</a:t>
            </a: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前頸骨筋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24" name="テキスト ボックス 2">
            <a:extLst>
              <a:ext uri="{FF2B5EF4-FFF2-40B4-BE49-F238E27FC236}">
                <a16:creationId xmlns:a16="http://schemas.microsoft.com/office/drawing/2014/main" id="{A2678732-4494-4DD0-84DA-F56100D678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588" y="4453717"/>
            <a:ext cx="1228725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228600" indent="-228600" algn="just">
              <a:spcAft>
                <a:spcPts val="0"/>
              </a:spcAft>
            </a:pPr>
            <a:r>
              <a:rPr lang="ja-JP" altLang="en-US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□　</a:t>
            </a: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内側広筋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25" name="テキスト ボックス 2">
            <a:extLst>
              <a:ext uri="{FF2B5EF4-FFF2-40B4-BE49-F238E27FC236}">
                <a16:creationId xmlns:a16="http://schemas.microsoft.com/office/drawing/2014/main" id="{D82EB131-C752-412A-B463-DE0AB872D3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6907" y="4376679"/>
            <a:ext cx="1181099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外側広筋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26" name="テキスト ボックス 2">
            <a:extLst>
              <a:ext uri="{FF2B5EF4-FFF2-40B4-BE49-F238E27FC236}">
                <a16:creationId xmlns:a16="http://schemas.microsoft.com/office/drawing/2014/main" id="{10E4BDF3-BF36-49A2-BBFC-5FFD32783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376" y="3803961"/>
            <a:ext cx="1311910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大腿直筋</a:t>
            </a:r>
            <a:endParaRPr lang="ja-JP" sz="1050" kern="10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28" name="角丸四角形 10">
            <a:extLst>
              <a:ext uri="{FF2B5EF4-FFF2-40B4-BE49-F238E27FC236}">
                <a16:creationId xmlns:a16="http://schemas.microsoft.com/office/drawing/2014/main" id="{766C3C2D-1C12-405A-8B46-2E0E83A2A8A8}"/>
              </a:ext>
            </a:extLst>
          </p:cNvPr>
          <p:cNvSpPr/>
          <p:nvPr/>
        </p:nvSpPr>
        <p:spPr>
          <a:xfrm rot="20700000" flipH="1">
            <a:off x="7592060" y="5112085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29" name="角丸四角形 12">
            <a:extLst>
              <a:ext uri="{FF2B5EF4-FFF2-40B4-BE49-F238E27FC236}">
                <a16:creationId xmlns:a16="http://schemas.microsoft.com/office/drawing/2014/main" id="{E5D13527-DBE0-44D7-ADE1-69C4F8886012}"/>
              </a:ext>
            </a:extLst>
          </p:cNvPr>
          <p:cNvSpPr/>
          <p:nvPr/>
        </p:nvSpPr>
        <p:spPr>
          <a:xfrm rot="720000">
            <a:off x="7839710" y="4359610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30" name="角丸四角形 14">
            <a:extLst>
              <a:ext uri="{FF2B5EF4-FFF2-40B4-BE49-F238E27FC236}">
                <a16:creationId xmlns:a16="http://schemas.microsoft.com/office/drawing/2014/main" id="{B6E8939F-E227-4ED5-AD18-FF2D3C6237D5}"/>
              </a:ext>
            </a:extLst>
          </p:cNvPr>
          <p:cNvSpPr/>
          <p:nvPr/>
        </p:nvSpPr>
        <p:spPr>
          <a:xfrm>
            <a:off x="7992110" y="3426160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131" name="テキスト ボックス 2">
            <a:extLst>
              <a:ext uri="{FF2B5EF4-FFF2-40B4-BE49-F238E27FC236}">
                <a16:creationId xmlns:a16="http://schemas.microsoft.com/office/drawing/2014/main" id="{1B9CBB4D-AD6B-4FD3-B421-D7C31E542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418" y="3367175"/>
            <a:ext cx="1532977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228600" indent="-228600" algn="just">
              <a:spcAft>
                <a:spcPts val="0"/>
              </a:spcAft>
            </a:pPr>
            <a:r>
              <a:rPr lang="ja-JP" altLang="en-US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□　</a:t>
            </a: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大腿筋膜張筋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grpSp>
        <p:nvGrpSpPr>
          <p:cNvPr id="154" name="グループ化 153">
            <a:extLst>
              <a:ext uri="{FF2B5EF4-FFF2-40B4-BE49-F238E27FC236}">
                <a16:creationId xmlns:a16="http://schemas.microsoft.com/office/drawing/2014/main" id="{13F05834-111B-4D26-A15B-B32303D9E214}"/>
              </a:ext>
            </a:extLst>
          </p:cNvPr>
          <p:cNvGrpSpPr/>
          <p:nvPr/>
        </p:nvGrpSpPr>
        <p:grpSpPr>
          <a:xfrm>
            <a:off x="4084588" y="2054123"/>
            <a:ext cx="695325" cy="561975"/>
            <a:chOff x="4092977" y="1889576"/>
            <a:chExt cx="695325" cy="561975"/>
          </a:xfrm>
        </p:grpSpPr>
        <p:sp>
          <p:nvSpPr>
            <p:cNvPr id="137" name="テキスト ボックス 2">
              <a:extLst>
                <a:ext uri="{FF2B5EF4-FFF2-40B4-BE49-F238E27FC236}">
                  <a16:creationId xmlns:a16="http://schemas.microsoft.com/office/drawing/2014/main" id="{BA25B421-FFEE-4964-8C71-722008A08A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92977" y="1889576"/>
              <a:ext cx="695325" cy="561975"/>
            </a:xfrm>
            <a:prstGeom prst="roundRect">
              <a:avLst/>
            </a:prstGeom>
            <a:ln w="12700"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ja-JP" sz="1600" kern="100" dirty="0">
                  <a:solidFill>
                    <a:srgbClr val="0070C0"/>
                  </a:solidFill>
                  <a:effectLst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前面</a:t>
              </a:r>
              <a:endParaRPr lang="ja-JP" sz="1050" kern="100" dirty="0">
                <a:effectLst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  <p:sp>
          <p:nvSpPr>
            <p:cNvPr id="138" name="角丸四角形 36">
              <a:extLst>
                <a:ext uri="{FF2B5EF4-FFF2-40B4-BE49-F238E27FC236}">
                  <a16:creationId xmlns:a16="http://schemas.microsoft.com/office/drawing/2014/main" id="{91D81FEE-1687-48C2-AEC9-ECD670701FCC}"/>
                </a:ext>
              </a:extLst>
            </p:cNvPr>
            <p:cNvSpPr/>
            <p:nvPr/>
          </p:nvSpPr>
          <p:spPr>
            <a:xfrm>
              <a:off x="4096385" y="1908189"/>
              <a:ext cx="638175" cy="381000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</p:grpSp>
      <p:grpSp>
        <p:nvGrpSpPr>
          <p:cNvPr id="152" name="グループ化 151">
            <a:extLst>
              <a:ext uri="{FF2B5EF4-FFF2-40B4-BE49-F238E27FC236}">
                <a16:creationId xmlns:a16="http://schemas.microsoft.com/office/drawing/2014/main" id="{CFBC626D-7166-480E-A808-1094A58DA960}"/>
              </a:ext>
            </a:extLst>
          </p:cNvPr>
          <p:cNvGrpSpPr/>
          <p:nvPr/>
        </p:nvGrpSpPr>
        <p:grpSpPr>
          <a:xfrm>
            <a:off x="7069857" y="2054123"/>
            <a:ext cx="695325" cy="561975"/>
            <a:chOff x="7078246" y="1785675"/>
            <a:chExt cx="695325" cy="561975"/>
          </a:xfrm>
        </p:grpSpPr>
        <p:sp>
          <p:nvSpPr>
            <p:cNvPr id="135" name="テキスト ボックス 2">
              <a:extLst>
                <a:ext uri="{FF2B5EF4-FFF2-40B4-BE49-F238E27FC236}">
                  <a16:creationId xmlns:a16="http://schemas.microsoft.com/office/drawing/2014/main" id="{A92498F6-481F-486E-81FA-6FF05926CD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8246" y="1785675"/>
              <a:ext cx="695325" cy="561975"/>
            </a:xfrm>
            <a:prstGeom prst="roundRect">
              <a:avLst/>
            </a:prstGeom>
            <a:ln w="12700">
              <a:noFill/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vert="horz" wrap="square" lIns="91440" tIns="45720" rIns="91440" bIns="45720" anchor="t" anchorCtr="0">
              <a:noAutofit/>
            </a:bodyPr>
            <a:lstStyle/>
            <a:p>
              <a:pPr algn="just">
                <a:spcAft>
                  <a:spcPts val="0"/>
                </a:spcAft>
              </a:pPr>
              <a:r>
                <a:rPr lang="ja-JP" sz="1600" kern="100" dirty="0">
                  <a:solidFill>
                    <a:srgbClr val="0070C0"/>
                  </a:solidFill>
                  <a:effectLst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背面</a:t>
              </a:r>
              <a:endParaRPr lang="ja-JP" sz="1050" kern="100" dirty="0">
                <a:effectLst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  <p:sp>
          <p:nvSpPr>
            <p:cNvPr id="136" name="角丸四角形 37">
              <a:extLst>
                <a:ext uri="{FF2B5EF4-FFF2-40B4-BE49-F238E27FC236}">
                  <a16:creationId xmlns:a16="http://schemas.microsoft.com/office/drawing/2014/main" id="{48FA36D9-DF0C-4345-B3BE-D2E97764595E}"/>
                </a:ext>
              </a:extLst>
            </p:cNvPr>
            <p:cNvSpPr/>
            <p:nvPr/>
          </p:nvSpPr>
          <p:spPr>
            <a:xfrm>
              <a:off x="7081654" y="1792272"/>
              <a:ext cx="638175" cy="381000"/>
            </a:xfrm>
            <a:prstGeom prst="round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ja-JP" altLang="en-US"/>
            </a:p>
          </p:txBody>
        </p:sp>
      </p:grpSp>
      <p:sp>
        <p:nvSpPr>
          <p:cNvPr id="134" name="テキスト ボックス 2">
            <a:extLst>
              <a:ext uri="{FF2B5EF4-FFF2-40B4-BE49-F238E27FC236}">
                <a16:creationId xmlns:a16="http://schemas.microsoft.com/office/drawing/2014/main" id="{073B256A-8DA7-4C71-BBE0-250080F08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570" y="949989"/>
            <a:ext cx="2381250" cy="557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ja-JP" sz="1600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筋電位センサ装着位置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139" name="直線コネクタ 138">
            <a:extLst>
              <a:ext uri="{FF2B5EF4-FFF2-40B4-BE49-F238E27FC236}">
                <a16:creationId xmlns:a16="http://schemas.microsoft.com/office/drawing/2014/main" id="{94F1C5A9-30A5-46A3-B803-7EAA1804234D}"/>
              </a:ext>
            </a:extLst>
          </p:cNvPr>
          <p:cNvCxnSpPr>
            <a:cxnSpLocks/>
            <a:endCxn id="128" idx="1"/>
          </p:cNvCxnSpPr>
          <p:nvPr/>
        </p:nvCxnSpPr>
        <p:spPr>
          <a:xfrm flipV="1">
            <a:off x="7435137" y="5206065"/>
            <a:ext cx="263034" cy="319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テキスト ボックス 2">
            <a:extLst>
              <a:ext uri="{FF2B5EF4-FFF2-40B4-BE49-F238E27FC236}">
                <a16:creationId xmlns:a16="http://schemas.microsoft.com/office/drawing/2014/main" id="{ADE66963-DC04-4C01-875D-FB335697D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3085" y="5101793"/>
            <a:ext cx="1282369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228600" indent="-228600" algn="just">
              <a:spcAft>
                <a:spcPts val="0"/>
              </a:spcAft>
            </a:pPr>
            <a:r>
              <a:rPr lang="ja-JP" altLang="en-US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□ </a:t>
            </a: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外側腓腹筋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144" name="角丸四角形 11">
            <a:extLst>
              <a:ext uri="{FF2B5EF4-FFF2-40B4-BE49-F238E27FC236}">
                <a16:creationId xmlns:a16="http://schemas.microsoft.com/office/drawing/2014/main" id="{67EB032A-A5AB-4081-9CCD-D0002777F28C}"/>
              </a:ext>
            </a:extLst>
          </p:cNvPr>
          <p:cNvSpPr/>
          <p:nvPr/>
        </p:nvSpPr>
        <p:spPr>
          <a:xfrm rot="720000">
            <a:off x="7845660" y="5074351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cxnSp>
        <p:nvCxnSpPr>
          <p:cNvPr id="145" name="直線コネクタ 144">
            <a:extLst>
              <a:ext uri="{FF2B5EF4-FFF2-40B4-BE49-F238E27FC236}">
                <a16:creationId xmlns:a16="http://schemas.microsoft.com/office/drawing/2014/main" id="{699CF225-CDEB-40E2-BB4B-83A2E8E729B6}"/>
              </a:ext>
            </a:extLst>
          </p:cNvPr>
          <p:cNvCxnSpPr>
            <a:cxnSpLocks/>
          </p:cNvCxnSpPr>
          <p:nvPr/>
        </p:nvCxnSpPr>
        <p:spPr>
          <a:xfrm flipV="1">
            <a:off x="7881152" y="5228919"/>
            <a:ext cx="288458" cy="21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線コネクタ 145">
            <a:extLst>
              <a:ext uri="{FF2B5EF4-FFF2-40B4-BE49-F238E27FC236}">
                <a16:creationId xmlns:a16="http://schemas.microsoft.com/office/drawing/2014/main" id="{BC2D41D0-6B1D-4BE9-A995-90D8B14445D9}"/>
              </a:ext>
            </a:extLst>
          </p:cNvPr>
          <p:cNvCxnSpPr>
            <a:cxnSpLocks/>
            <a:endCxn id="121" idx="1"/>
          </p:cNvCxnSpPr>
          <p:nvPr/>
        </p:nvCxnSpPr>
        <p:spPr>
          <a:xfrm flipV="1">
            <a:off x="7899328" y="4469535"/>
            <a:ext cx="158758" cy="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線コネクタ 147">
            <a:extLst>
              <a:ext uri="{FF2B5EF4-FFF2-40B4-BE49-F238E27FC236}">
                <a16:creationId xmlns:a16="http://schemas.microsoft.com/office/drawing/2014/main" id="{56FF26AC-5CBE-4E19-9ABE-C78AE8394C4E}"/>
              </a:ext>
            </a:extLst>
          </p:cNvPr>
          <p:cNvCxnSpPr>
            <a:cxnSpLocks/>
          </p:cNvCxnSpPr>
          <p:nvPr/>
        </p:nvCxnSpPr>
        <p:spPr>
          <a:xfrm flipV="1">
            <a:off x="8051728" y="3522976"/>
            <a:ext cx="158758" cy="792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角丸四角形 5">
            <a:extLst>
              <a:ext uri="{FF2B5EF4-FFF2-40B4-BE49-F238E27FC236}">
                <a16:creationId xmlns:a16="http://schemas.microsoft.com/office/drawing/2014/main" id="{38BD31CB-873F-4A39-AC18-1A3B5B243BB0}"/>
              </a:ext>
            </a:extLst>
          </p:cNvPr>
          <p:cNvSpPr/>
          <p:nvPr/>
        </p:nvSpPr>
        <p:spPr>
          <a:xfrm rot="20400000" flipH="1">
            <a:off x="4004562" y="4387996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cxnSp>
        <p:nvCxnSpPr>
          <p:cNvPr id="151" name="直線コネクタ 150">
            <a:extLst>
              <a:ext uri="{FF2B5EF4-FFF2-40B4-BE49-F238E27FC236}">
                <a16:creationId xmlns:a16="http://schemas.microsoft.com/office/drawing/2014/main" id="{5910BA84-3317-4356-BE62-EE1009BA87EB}"/>
              </a:ext>
            </a:extLst>
          </p:cNvPr>
          <p:cNvCxnSpPr>
            <a:cxnSpLocks/>
          </p:cNvCxnSpPr>
          <p:nvPr/>
        </p:nvCxnSpPr>
        <p:spPr>
          <a:xfrm flipV="1">
            <a:off x="3832421" y="4514407"/>
            <a:ext cx="225730" cy="73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線コネクタ 152">
            <a:extLst>
              <a:ext uri="{FF2B5EF4-FFF2-40B4-BE49-F238E27FC236}">
                <a16:creationId xmlns:a16="http://schemas.microsoft.com/office/drawing/2014/main" id="{B68D539C-F606-4439-81D9-D93845F286D0}"/>
              </a:ext>
            </a:extLst>
          </p:cNvPr>
          <p:cNvCxnSpPr>
            <a:cxnSpLocks/>
          </p:cNvCxnSpPr>
          <p:nvPr/>
        </p:nvCxnSpPr>
        <p:spPr>
          <a:xfrm flipV="1">
            <a:off x="4330462" y="4583447"/>
            <a:ext cx="19157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線コネクタ 154">
            <a:extLst>
              <a:ext uri="{FF2B5EF4-FFF2-40B4-BE49-F238E27FC236}">
                <a16:creationId xmlns:a16="http://schemas.microsoft.com/office/drawing/2014/main" id="{CAB87993-1CB4-47E2-9276-98B99DDC0FF3}"/>
              </a:ext>
            </a:extLst>
          </p:cNvPr>
          <p:cNvCxnSpPr>
            <a:cxnSpLocks/>
          </p:cNvCxnSpPr>
          <p:nvPr/>
        </p:nvCxnSpPr>
        <p:spPr>
          <a:xfrm flipV="1">
            <a:off x="3897775" y="5540710"/>
            <a:ext cx="288458" cy="214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線コネクタ 155">
            <a:extLst>
              <a:ext uri="{FF2B5EF4-FFF2-40B4-BE49-F238E27FC236}">
                <a16:creationId xmlns:a16="http://schemas.microsoft.com/office/drawing/2014/main" id="{3082469D-3394-4394-93B3-14EE0BF7DDCF}"/>
              </a:ext>
            </a:extLst>
          </p:cNvPr>
          <p:cNvCxnSpPr>
            <a:cxnSpLocks/>
          </p:cNvCxnSpPr>
          <p:nvPr/>
        </p:nvCxnSpPr>
        <p:spPr>
          <a:xfrm>
            <a:off x="3941961" y="3958986"/>
            <a:ext cx="154925" cy="17519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7" name="グループ化 156">
            <a:extLst>
              <a:ext uri="{FF2B5EF4-FFF2-40B4-BE49-F238E27FC236}">
                <a16:creationId xmlns:a16="http://schemas.microsoft.com/office/drawing/2014/main" id="{82422D8F-4372-48DD-86C9-43469537E1B3}"/>
              </a:ext>
            </a:extLst>
          </p:cNvPr>
          <p:cNvGrpSpPr/>
          <p:nvPr/>
        </p:nvGrpSpPr>
        <p:grpSpPr>
          <a:xfrm>
            <a:off x="7427667" y="336774"/>
            <a:ext cx="3314700" cy="328930"/>
            <a:chOff x="7427667" y="336774"/>
            <a:chExt cx="3314700" cy="328930"/>
          </a:xfrm>
        </p:grpSpPr>
        <p:sp>
          <p:nvSpPr>
            <p:cNvPr id="160" name="テキスト ボックス 2">
              <a:extLst>
                <a:ext uri="{FF2B5EF4-FFF2-40B4-BE49-F238E27FC236}">
                  <a16:creationId xmlns:a16="http://schemas.microsoft.com/office/drawing/2014/main" id="{6765FEF8-B1F2-4D41-8A6C-86747654A9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27667" y="336774"/>
              <a:ext cx="1162050" cy="328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ja-JP" sz="1200" kern="100">
                  <a:effectLst/>
                  <a:latin typeface="Century" panose="02040604050505020304" pitchFamily="18" charset="0"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被験者コード</a:t>
              </a:r>
              <a:endParaRPr lang="ja-JP" sz="1050" kern="100">
                <a:effectLst/>
                <a:latin typeface="Century" panose="020406040505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61" name="直線コネクタ 160">
              <a:extLst>
                <a:ext uri="{FF2B5EF4-FFF2-40B4-BE49-F238E27FC236}">
                  <a16:creationId xmlns:a16="http://schemas.microsoft.com/office/drawing/2014/main" id="{FCB80933-AC9E-4B4B-BC55-A066103461A5}"/>
                </a:ext>
              </a:extLst>
            </p:cNvPr>
            <p:cNvCxnSpPr/>
            <p:nvPr/>
          </p:nvCxnSpPr>
          <p:spPr>
            <a:xfrm>
              <a:off x="8589717" y="593949"/>
              <a:ext cx="21526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8" name="グループ化 157">
            <a:extLst>
              <a:ext uri="{FF2B5EF4-FFF2-40B4-BE49-F238E27FC236}">
                <a16:creationId xmlns:a16="http://schemas.microsoft.com/office/drawing/2014/main" id="{91827201-F514-4D24-BD63-3765B7006977}"/>
              </a:ext>
            </a:extLst>
          </p:cNvPr>
          <p:cNvGrpSpPr/>
          <p:nvPr/>
        </p:nvGrpSpPr>
        <p:grpSpPr>
          <a:xfrm>
            <a:off x="7437772" y="900459"/>
            <a:ext cx="2685415" cy="409575"/>
            <a:chOff x="4753292" y="3224212"/>
            <a:chExt cx="2685415" cy="409575"/>
          </a:xfrm>
        </p:grpSpPr>
        <p:sp>
          <p:nvSpPr>
            <p:cNvPr id="163" name="テキスト ボックス 2">
              <a:extLst>
                <a:ext uri="{FF2B5EF4-FFF2-40B4-BE49-F238E27FC236}">
                  <a16:creationId xmlns:a16="http://schemas.microsoft.com/office/drawing/2014/main" id="{7F80B16C-8D01-45CF-A8DE-126FB8578B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3292" y="3224212"/>
              <a:ext cx="1638300" cy="328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ja-JP" sz="1100" kern="100">
                  <a:effectLst/>
                  <a:latin typeface="Century" panose="02040604050505020304" pitchFamily="18" charset="0"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サンプリングレート</a:t>
              </a:r>
              <a:endParaRPr lang="ja-JP" sz="1050" kern="100">
                <a:effectLst/>
                <a:latin typeface="Century" panose="020406040505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164" name="直線コネクタ 163">
              <a:extLst>
                <a:ext uri="{FF2B5EF4-FFF2-40B4-BE49-F238E27FC236}">
                  <a16:creationId xmlns:a16="http://schemas.microsoft.com/office/drawing/2014/main" id="{A5607E12-E08E-4B93-8C69-42C3EB51977F}"/>
                </a:ext>
              </a:extLst>
            </p:cNvPr>
            <p:cNvCxnSpPr/>
            <p:nvPr/>
          </p:nvCxnSpPr>
          <p:spPr>
            <a:xfrm>
              <a:off x="6220142" y="3552507"/>
              <a:ext cx="78994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テキスト ボックス 2">
              <a:extLst>
                <a:ext uri="{FF2B5EF4-FFF2-40B4-BE49-F238E27FC236}">
                  <a16:creationId xmlns:a16="http://schemas.microsoft.com/office/drawing/2014/main" id="{ABEA4F40-A660-4A28-9AE8-E0B6F5E30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1032" y="3304857"/>
              <a:ext cx="447675" cy="3289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just">
                <a:spcAft>
                  <a:spcPts val="0"/>
                </a:spcAft>
              </a:pPr>
              <a:r>
                <a:rPr lang="en-US" sz="1100" kern="100">
                  <a:effectLst/>
                  <a:latin typeface="Arial" panose="020B0604020202020204" pitchFamily="34" charset="0"/>
                  <a:ea typeface="HG丸ｺﾞｼｯｸM-PRO" panose="020F0600000000000000" pitchFamily="50" charset="-128"/>
                  <a:cs typeface="Times New Roman" panose="02020603050405020304" pitchFamily="18" charset="0"/>
                </a:rPr>
                <a:t>Hz</a:t>
              </a:r>
              <a:endParaRPr lang="ja-JP" sz="1050" kern="100">
                <a:effectLst/>
                <a:latin typeface="Century" panose="02040604050505020304" pitchFamily="18" charset="0"/>
                <a:ea typeface="ＭＳ 明朝" panose="02020609040205080304" pitchFamily="17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41" name="角丸四角形 39">
            <a:extLst>
              <a:ext uri="{FF2B5EF4-FFF2-40B4-BE49-F238E27FC236}">
                <a16:creationId xmlns:a16="http://schemas.microsoft.com/office/drawing/2014/main" id="{9F7A7659-2FFF-42C5-A3C8-FEC1AE6B876E}"/>
              </a:ext>
            </a:extLst>
          </p:cNvPr>
          <p:cNvSpPr/>
          <p:nvPr/>
        </p:nvSpPr>
        <p:spPr>
          <a:xfrm>
            <a:off x="7565959" y="2849580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42" name="テキスト ボックス 2">
            <a:extLst>
              <a:ext uri="{FF2B5EF4-FFF2-40B4-BE49-F238E27FC236}">
                <a16:creationId xmlns:a16="http://schemas.microsoft.com/office/drawing/2014/main" id="{D556335A-57AA-468C-99EF-4DD90D35C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03851" y="2764758"/>
            <a:ext cx="1390650" cy="3390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脊柱起立筋</a:t>
            </a:r>
            <a:endParaRPr lang="ja-JP" sz="1050" kern="10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43" name="角丸四角形 15">
            <a:extLst>
              <a:ext uri="{FF2B5EF4-FFF2-40B4-BE49-F238E27FC236}">
                <a16:creationId xmlns:a16="http://schemas.microsoft.com/office/drawing/2014/main" id="{E4393AEB-F903-4F7E-BE1C-BF932D51D43A}"/>
              </a:ext>
            </a:extLst>
          </p:cNvPr>
          <p:cNvSpPr/>
          <p:nvPr/>
        </p:nvSpPr>
        <p:spPr>
          <a:xfrm rot="18780000" flipH="1">
            <a:off x="7584501" y="3741794"/>
            <a:ext cx="107950" cy="238081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44" name="角丸四角形 16">
            <a:extLst>
              <a:ext uri="{FF2B5EF4-FFF2-40B4-BE49-F238E27FC236}">
                <a16:creationId xmlns:a16="http://schemas.microsoft.com/office/drawing/2014/main" id="{8F4CC32E-9AA0-4F13-9FE6-63EA7B7B4E05}"/>
              </a:ext>
            </a:extLst>
          </p:cNvPr>
          <p:cNvSpPr/>
          <p:nvPr/>
        </p:nvSpPr>
        <p:spPr>
          <a:xfrm rot="20700000" flipH="1">
            <a:off x="7795910" y="3610537"/>
            <a:ext cx="119041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45" name="テキスト ボックス 2">
            <a:extLst>
              <a:ext uri="{FF2B5EF4-FFF2-40B4-BE49-F238E27FC236}">
                <a16:creationId xmlns:a16="http://schemas.microsoft.com/office/drawing/2014/main" id="{D72B5E74-BA71-4AF5-9264-4C053A1BB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1850" y="3745322"/>
            <a:ext cx="1113384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中殿筋</a:t>
            </a:r>
            <a:endParaRPr lang="ja-JP" sz="1050" kern="10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46" name="テキスト ボックス 2">
            <a:extLst>
              <a:ext uri="{FF2B5EF4-FFF2-40B4-BE49-F238E27FC236}">
                <a16:creationId xmlns:a16="http://schemas.microsoft.com/office/drawing/2014/main" id="{F2BE1DF5-21C1-4BB2-8061-11BAB64DCC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1446" y="3505674"/>
            <a:ext cx="1039859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大殿筋</a:t>
            </a:r>
            <a:endParaRPr lang="ja-JP" sz="1050" kern="10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47" name="角丸四角形 9">
            <a:extLst>
              <a:ext uri="{FF2B5EF4-FFF2-40B4-BE49-F238E27FC236}">
                <a16:creationId xmlns:a16="http://schemas.microsoft.com/office/drawing/2014/main" id="{A1EB9264-D4D5-45E4-87E8-8CD6F2A46BEE}"/>
              </a:ext>
            </a:extLst>
          </p:cNvPr>
          <p:cNvSpPr/>
          <p:nvPr/>
        </p:nvSpPr>
        <p:spPr>
          <a:xfrm>
            <a:off x="7650272" y="5582857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48" name="角丸四角形 13">
            <a:extLst>
              <a:ext uri="{FF2B5EF4-FFF2-40B4-BE49-F238E27FC236}">
                <a16:creationId xmlns:a16="http://schemas.microsoft.com/office/drawing/2014/main" id="{49603EEA-B09B-4203-825F-1771FF3650CD}"/>
              </a:ext>
            </a:extLst>
          </p:cNvPr>
          <p:cNvSpPr/>
          <p:nvPr/>
        </p:nvSpPr>
        <p:spPr>
          <a:xfrm rot="21240000" flipH="1">
            <a:off x="7621697" y="4316032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49" name="テキスト ボックス 2">
            <a:extLst>
              <a:ext uri="{FF2B5EF4-FFF2-40B4-BE49-F238E27FC236}">
                <a16:creationId xmlns:a16="http://schemas.microsoft.com/office/drawing/2014/main" id="{EFADAC34-C4D0-486B-B440-EECD589ACC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3571" y="4225306"/>
            <a:ext cx="1200150" cy="3390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半腱様筋</a:t>
            </a:r>
            <a:endParaRPr lang="ja-JP" sz="1050" kern="10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50" name="テキスト ボックス 2">
            <a:extLst>
              <a:ext uri="{FF2B5EF4-FFF2-40B4-BE49-F238E27FC236}">
                <a16:creationId xmlns:a16="http://schemas.microsoft.com/office/drawing/2014/main" id="{D2EBBF84-A948-4D74-87EC-0B8A21144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8445" y="5632297"/>
            <a:ext cx="1152525" cy="33909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ヒラメ筋</a:t>
            </a:r>
            <a:endParaRPr lang="ja-JP" sz="1050" kern="10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73C56A7A-2D5C-4B20-9A4A-AAB043AC7CC4}"/>
              </a:ext>
            </a:extLst>
          </p:cNvPr>
          <p:cNvCxnSpPr/>
          <p:nvPr/>
        </p:nvCxnSpPr>
        <p:spPr>
          <a:xfrm flipH="1" flipV="1">
            <a:off x="7445459" y="3719959"/>
            <a:ext cx="170815" cy="14033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07C64A24-3C5D-4BFC-B53A-E5AE92B3EE90}"/>
              </a:ext>
            </a:extLst>
          </p:cNvPr>
          <p:cNvCxnSpPr/>
          <p:nvPr/>
        </p:nvCxnSpPr>
        <p:spPr>
          <a:xfrm flipH="1" flipV="1">
            <a:off x="7866792" y="3790126"/>
            <a:ext cx="199390" cy="11938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A8062C59-032C-4ED0-8300-5B6CA60D770D}"/>
              </a:ext>
            </a:extLst>
          </p:cNvPr>
          <p:cNvCxnSpPr>
            <a:cxnSpLocks/>
          </p:cNvCxnSpPr>
          <p:nvPr/>
        </p:nvCxnSpPr>
        <p:spPr>
          <a:xfrm flipV="1">
            <a:off x="7627549" y="2956864"/>
            <a:ext cx="19157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4C85C056-1DA0-4443-8871-5EAF80259B41}"/>
              </a:ext>
            </a:extLst>
          </p:cNvPr>
          <p:cNvCxnSpPr>
            <a:cxnSpLocks/>
          </p:cNvCxnSpPr>
          <p:nvPr/>
        </p:nvCxnSpPr>
        <p:spPr>
          <a:xfrm flipV="1">
            <a:off x="7477735" y="4408676"/>
            <a:ext cx="19157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角丸四角形 17">
            <a:extLst>
              <a:ext uri="{FF2B5EF4-FFF2-40B4-BE49-F238E27FC236}">
                <a16:creationId xmlns:a16="http://schemas.microsoft.com/office/drawing/2014/main" id="{2D535C3C-532F-4BC7-BEA9-81F956AF6BFC}"/>
              </a:ext>
            </a:extLst>
          </p:cNvPr>
          <p:cNvSpPr/>
          <p:nvPr/>
        </p:nvSpPr>
        <p:spPr>
          <a:xfrm rot="20268946" flipH="1">
            <a:off x="4090552" y="3023154"/>
            <a:ext cx="125209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56" name="テキスト ボックス 2">
            <a:extLst>
              <a:ext uri="{FF2B5EF4-FFF2-40B4-BE49-F238E27FC236}">
                <a16:creationId xmlns:a16="http://schemas.microsoft.com/office/drawing/2014/main" id="{F36E5BB2-0615-45E5-AE4D-7E6A5F014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8419" y="2802015"/>
            <a:ext cx="1259454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外腹斜筋</a:t>
            </a:r>
            <a:endParaRPr lang="ja-JP" sz="1050" kern="10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57" name="角丸四角形 7">
            <a:extLst>
              <a:ext uri="{FF2B5EF4-FFF2-40B4-BE49-F238E27FC236}">
                <a16:creationId xmlns:a16="http://schemas.microsoft.com/office/drawing/2014/main" id="{18F8CFD3-C362-44B7-8595-B5271CAF024C}"/>
              </a:ext>
            </a:extLst>
          </p:cNvPr>
          <p:cNvSpPr/>
          <p:nvPr/>
        </p:nvSpPr>
        <p:spPr>
          <a:xfrm rot="720000">
            <a:off x="4359508" y="4070485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sp>
        <p:nvSpPr>
          <p:cNvPr id="58" name="テキスト ボックス 2">
            <a:extLst>
              <a:ext uri="{FF2B5EF4-FFF2-40B4-BE49-F238E27FC236}">
                <a16:creationId xmlns:a16="http://schemas.microsoft.com/office/drawing/2014/main" id="{B82DBACB-D4B3-471B-9FB9-87BB2237AB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7144" y="4022321"/>
            <a:ext cx="1190625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 dirty="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長内転筋</a:t>
            </a:r>
            <a:endParaRPr lang="ja-JP" sz="1050" kern="100" dirty="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4EB4054F-116D-43BB-ACBC-7F8FE82D5F17}"/>
              </a:ext>
            </a:extLst>
          </p:cNvPr>
          <p:cNvCxnSpPr>
            <a:cxnSpLocks/>
          </p:cNvCxnSpPr>
          <p:nvPr/>
        </p:nvCxnSpPr>
        <p:spPr>
          <a:xfrm flipV="1">
            <a:off x="4460191" y="4200755"/>
            <a:ext cx="191577" cy="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F5850BC7-2717-47F3-BB8B-C58205CD1219}"/>
              </a:ext>
            </a:extLst>
          </p:cNvPr>
          <p:cNvCxnSpPr>
            <a:cxnSpLocks/>
          </p:cNvCxnSpPr>
          <p:nvPr/>
        </p:nvCxnSpPr>
        <p:spPr>
          <a:xfrm>
            <a:off x="3877873" y="3015044"/>
            <a:ext cx="226713" cy="8880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テキスト ボックス 2">
            <a:extLst>
              <a:ext uri="{FF2B5EF4-FFF2-40B4-BE49-F238E27FC236}">
                <a16:creationId xmlns:a16="http://schemas.microsoft.com/office/drawing/2014/main" id="{1D085361-5D1A-4643-A410-0776A08AD5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3558" y="4877565"/>
            <a:ext cx="1228725" cy="276999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>
            <a:spAutoFit/>
          </a:bodyPr>
          <a:lstStyle/>
          <a:p>
            <a:pPr marL="342900" lvl="0" indent="-342900" algn="just">
              <a:spcAft>
                <a:spcPts val="0"/>
              </a:spcAft>
              <a:buFont typeface="HG丸ｺﾞｼｯｸM-PRO" panose="020F0600000000000000" pitchFamily="50" charset="-128"/>
              <a:buChar char="□"/>
            </a:pPr>
            <a:r>
              <a:rPr lang="ja-JP" sz="1200" b="1" kern="100">
                <a:effectLst/>
                <a:latin typeface="Century" panose="02040604050505020304" pitchFamily="18" charset="0"/>
                <a:ea typeface="HG丸ｺﾞｼｯｸM-PRO" panose="020F0600000000000000" pitchFamily="50" charset="-128"/>
                <a:cs typeface="Times New Roman" panose="02020603050405020304" pitchFamily="18" charset="0"/>
              </a:rPr>
              <a:t>長腓骨筋</a:t>
            </a:r>
            <a:endParaRPr lang="ja-JP" sz="1050" kern="100">
              <a:effectLst/>
              <a:latin typeface="Century" panose="02040604050505020304" pitchFamily="18" charset="0"/>
              <a:ea typeface="ＭＳ 明朝" panose="02020609040205080304" pitchFamily="17" charset="-128"/>
              <a:cs typeface="Times New Roman" panose="02020603050405020304" pitchFamily="18" charset="0"/>
            </a:endParaRPr>
          </a:p>
        </p:txBody>
      </p:sp>
      <p:sp>
        <p:nvSpPr>
          <p:cNvPr id="63" name="角丸四角形 4">
            <a:extLst>
              <a:ext uri="{FF2B5EF4-FFF2-40B4-BE49-F238E27FC236}">
                <a16:creationId xmlns:a16="http://schemas.microsoft.com/office/drawing/2014/main" id="{33E6DC6F-8F3E-45A0-8566-939714BFF761}"/>
              </a:ext>
            </a:extLst>
          </p:cNvPr>
          <p:cNvSpPr/>
          <p:nvPr/>
        </p:nvSpPr>
        <p:spPr>
          <a:xfrm rot="207062" flipH="1">
            <a:off x="4000465" y="4965657"/>
            <a:ext cx="107950" cy="215900"/>
          </a:xfrm>
          <a:prstGeom prst="round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ja-JP" altLang="en-US"/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6AE4F8A7-AFF5-4159-841E-9F837E55170B}"/>
              </a:ext>
            </a:extLst>
          </p:cNvPr>
          <p:cNvCxnSpPr>
            <a:cxnSpLocks/>
          </p:cNvCxnSpPr>
          <p:nvPr/>
        </p:nvCxnSpPr>
        <p:spPr>
          <a:xfrm>
            <a:off x="3789376" y="5057098"/>
            <a:ext cx="228228" cy="3754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39046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51</Words>
  <Application>Microsoft Office PowerPoint</Application>
  <PresentationFormat>ワイド画面</PresentationFormat>
  <Paragraphs>22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HG丸ｺﾞｼｯｸM-PRO</vt:lpstr>
      <vt:lpstr>ＭＳ 明朝</vt:lpstr>
      <vt:lpstr>游ゴシック</vt:lpstr>
      <vt:lpstr>游ゴシック Light</vt:lpstr>
      <vt:lpstr>Arial</vt:lpstr>
      <vt:lpstr>Century</vt:lpstr>
      <vt:lpstr>Times New Roman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y-fujii</dc:creator>
  <cp:lastModifiedBy>y-fujii</cp:lastModifiedBy>
  <cp:revision>6</cp:revision>
  <dcterms:created xsi:type="dcterms:W3CDTF">2025-03-25T03:06:11Z</dcterms:created>
  <dcterms:modified xsi:type="dcterms:W3CDTF">2025-03-27T02:30:13Z</dcterms:modified>
</cp:coreProperties>
</file>
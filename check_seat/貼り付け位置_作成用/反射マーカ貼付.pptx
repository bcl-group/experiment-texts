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B17B8A-0FE0-4E17-B06A-B41B20217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E302070-64C6-4F33-842C-69197A032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A9EFFD-A48F-4F9D-8EB6-D42B5FD4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361F71-8E06-4666-B989-91E041486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49175A-CD40-4F47-AAF0-3E6CB85C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79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B683B9-F5B2-476C-9785-536A8E9A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AD403B-6E0F-4949-94C5-7BB39790E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EE721A-E074-4AB5-B095-3A54E7231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8993EB-9A23-4C8B-8DD8-DF8F7F1B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24E81E-EA45-4093-8EC1-0CAFCDE89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270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6A2896-71B8-40DD-9613-13B5ECCF0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68BA78-4A19-4D0D-A813-115231F73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CDFAF9-91A2-428D-8A19-109D4C675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7E04A2-196E-4FEB-B7A4-54931AAAD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48F57C-A836-44C5-B6F3-3BCFFA61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123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5592AA-BFDC-4C0A-8BF0-3E708983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AF7CB9-CE0D-42DB-A3AF-9721206067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6AA6E3-9609-4DAB-BFA0-E5E1C279E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63005F-6DDF-4198-9E64-44F02F79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CCFBAE-3CEF-4322-89F3-6C34813C5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45279D-1E5D-4680-8CEB-726988636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806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88BA2E-9471-41EB-871E-5B5E1E39A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CCED75-E523-4DF2-A10F-181489F9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580FAD3-6C15-4C6A-A1C0-30EFE3F62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C536F2E-8595-4F72-9B77-65E863ED7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C7C312-DC89-4759-B4AB-A631B74F4E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F311E8-BF98-4E65-A5B0-E390D21B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D2CCF8D-4DF0-4C2D-9A2B-5335EDB0B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CF4DAA1-846C-4AE1-B793-B10DFCFB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398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B3BE4D-FA07-445C-A047-A98CFFE62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25FEE2D-066C-4019-B20F-72F616EE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F862221-FD43-4EDC-85E8-1FF394C77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10F268B-8DD6-4A92-8D31-0B1AE254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546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1848472-22C6-4AF3-BF47-30559DAB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D30C95F-0BB5-412D-96D2-C27306EF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FFAC5A-D1DC-450B-A3CF-4ADBA65D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034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DAAF4E-7FCB-4EFC-977D-20AD9463A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EBA082-88ED-4C76-A51C-9E494A9E0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EA16BFC-64AA-482D-831E-BED5052D3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ED367B-F5FB-446D-AA72-34C4A59AC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09B941-A475-4B02-8B77-3C088AB9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25C77B-8EE6-4CE8-AB52-F26D4B539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39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639C1E-B8E7-4578-822E-669F682A0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C3A8239-022A-422A-9348-DEDF998F27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627E66-04F7-4401-AECD-8BFEFDDC1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1C37B0-0E1F-4672-923C-E12D4A737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9D3F86-8F1A-4A2B-B614-426BD3CC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EFAA5F-FBC6-460F-BB55-7105A41B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07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770A29-AD4E-416E-AEFE-9BB68D012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0E9D98-B3B2-4F20-9491-69EAE0A6C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F1FD5F-0535-4747-97FD-C432F648B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476DCC-D9C0-4AD7-B420-3756DA87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159D8E-473E-4A25-B9A9-33BD9338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031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F5726F-B8BD-4420-B518-3570650D4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5B64C6-7CB9-4F82-B257-35913DFD4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A360C9-F532-4333-96F1-0C723631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25BBB4-FF0B-4703-B84F-6A8E7CF5C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BB4A1D-56A7-474B-80D7-AB0236FC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62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054B91E-ACE1-450A-A937-5C42A0D7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73C3F8-AAB0-4766-B251-9A4A37385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79C683-3F81-4099-B0C5-920D22EE7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A49B6-5349-460B-9F23-9C2B5086A557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703F8D-F6A6-4D86-932B-379353DD6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401781-DF4B-4BB3-8D88-4B81716799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9EEDE-1C94-49A3-ABBC-FF383C198F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196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2">
            <a:extLst>
              <a:ext uri="{FF2B5EF4-FFF2-40B4-BE49-F238E27FC236}">
                <a16:creationId xmlns:a16="http://schemas.microsoft.com/office/drawing/2014/main" id="{F8A57A4F-BFF1-4506-9F18-6C2F04DB7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845" y="728828"/>
            <a:ext cx="2286000" cy="557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ja-JP" sz="1600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反射マーカ装着位置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pic>
        <p:nvPicPr>
          <p:cNvPr id="5" name="図 4" descr="全身骨格図・全身筋肉図を理解する | 絵師ノート">
            <a:extLst>
              <a:ext uri="{FF2B5EF4-FFF2-40B4-BE49-F238E27FC236}">
                <a16:creationId xmlns:a16="http://schemas.microsoft.com/office/drawing/2014/main" id="{00B50745-DB54-4862-9622-11D10F4E41D0}"/>
              </a:ext>
            </a:extLst>
          </p:cNvPr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845" y="923595"/>
            <a:ext cx="5117416" cy="55159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6095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HG丸ｺﾞｼｯｸM-PRO</vt:lpstr>
      <vt:lpstr>ＭＳ 明朝</vt:lpstr>
      <vt:lpstr>游ゴシック</vt:lpstr>
      <vt:lpstr>游ゴシック Light</vt:lpstr>
      <vt:lpstr>Arial</vt:lpstr>
      <vt:lpstr>Century</vt:lpstr>
      <vt:lpstr>Times New Roman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y-fujii</dc:creator>
  <cp:lastModifiedBy>y-fujii</cp:lastModifiedBy>
  <cp:revision>1</cp:revision>
  <dcterms:created xsi:type="dcterms:W3CDTF">2025-03-27T02:31:26Z</dcterms:created>
  <dcterms:modified xsi:type="dcterms:W3CDTF">2025-03-27T02:31:42Z</dcterms:modified>
</cp:coreProperties>
</file>
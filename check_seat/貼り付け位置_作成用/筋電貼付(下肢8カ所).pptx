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97D4-EAE2-4908-85CE-DA7419C0D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76926-F43C-40CF-9B5A-7A9AA0303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DB2472-EC86-4E8C-A4BA-23B43033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DB3B76-DE4B-4E13-8BB5-E4DC41E5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50C42E-3E89-42DE-BE5A-048442BC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99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F4D26-921A-44A7-9DD6-081E94B7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FC91CF-C2CC-40F8-9D42-084D0CD1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02584-B161-4D05-BE05-A26767AB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9C0988-2431-4918-8537-D6E9E5E0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3A1439-72AC-45CF-A274-990A531F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10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03E76-6934-4D9D-A3E0-86A287D8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DC88A8-9BB7-4BEE-9786-899D0D08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147C8C-9087-4E0F-B141-1A23A28C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59994-F36F-4ADA-944C-1F493468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92AF00-52E3-4D03-B617-5A5372D1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7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550A7-B8CE-4511-A6E6-17370E0F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C5951-DA81-427F-8DF2-34A99C043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4EC36C-172E-4866-AA5F-A1A5DD8A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3D190-3F24-4716-9B6C-C2800F0B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A9899E-5B29-45C6-A683-C0471752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EA3F6C-4B19-4BB4-8D96-C6D10CAE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8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8F4366-F59E-4756-A77F-96CF415E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DCC17F-E8F5-46B8-B345-67D5AE0FB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A873C9-7437-47FD-9030-8B2A708C9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E0A989-A592-40B4-AEDD-17C42A159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9A588A-7FA2-4F15-A0C1-18C11A144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837241-3E4D-4878-811A-DC45A9D7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83137E-E9A7-4BBE-9448-11F129F8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66A180-C17E-4805-99EC-8860F567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3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0D8BD3-D579-4439-9E91-48094772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7E5306-1340-4340-9C13-F8DB58A2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7B3739-E3F1-4B76-AD99-23BD3219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5B4741-150D-44EF-8068-E5AACB7E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78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8DFFDC-F9A3-4647-A597-8F2AE503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22C218-A1ED-451F-A193-8469664C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BC3F2B-48A3-4A7A-8A0D-E33C87B3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0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DA543-B100-4948-B2D5-2F373963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E86DCE-233C-49AE-B890-7CD0F263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F249EC-FE1A-4BAE-81DC-91936DA9A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FBE0C7-C30E-4954-A7BF-0FC3D20E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6A5957-F7C5-4A66-A224-CEF29D51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CCCE28-2430-462E-B798-8AE37B08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55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A9EFA-18BD-462A-8129-04B8B279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939E0D-E1BA-4B85-95CF-F3047BA36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12D611-5925-4AE6-9342-D1C5011E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1F1F42-B121-4535-8F35-8BA2BCB8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096B81-65AC-428B-875D-E56FF8F7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8F026F-816F-47BB-98FD-ADC2D738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71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04480-1784-42A1-91EF-8A074BDD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5526AC-F636-42B8-B5D9-ABA9BC4DD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966BD9-D75D-43B5-BBF0-855366B2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77A11-07B3-47FD-8FE8-74747617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66FDB0-4968-4DFC-9366-9F4B5760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35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87B5E6-F900-4673-90BF-5A14D9A40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989746-E574-4281-B8A9-F8EC63612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2B6617-7BF2-44BB-863C-9C9AACE9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D0B168-C811-48FA-82D4-C0E2978F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203829-206E-4C72-A4E0-7E4C1403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023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FD7C42-2939-4769-9F0F-A7D482E0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5CD132-DB52-4E67-8555-34BBB366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B66245-3615-4024-A373-4ED43D4D5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C3BE87-AA8B-407D-B1C3-D56E8BBCD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47DA4D-859A-455D-9792-E8C2F2EF2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29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図 126" descr="人体図のイラスト２">
            <a:extLst>
              <a:ext uri="{FF2B5EF4-FFF2-40B4-BE49-F238E27FC236}">
                <a16:creationId xmlns:a16="http://schemas.microsoft.com/office/drawing/2014/main" id="{289C2A5D-8117-4804-9C1D-78FD0AD1090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9"/>
          <a:stretch/>
        </p:blipFill>
        <p:spPr bwMode="auto">
          <a:xfrm>
            <a:off x="3086735" y="3026110"/>
            <a:ext cx="5781675" cy="31146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8" name="角丸四角形 3">
            <a:extLst>
              <a:ext uri="{FF2B5EF4-FFF2-40B4-BE49-F238E27FC236}">
                <a16:creationId xmlns:a16="http://schemas.microsoft.com/office/drawing/2014/main" id="{409ADB60-62D2-4E33-9013-C986319435ED}"/>
              </a:ext>
            </a:extLst>
          </p:cNvPr>
          <p:cNvSpPr/>
          <p:nvPr/>
        </p:nvSpPr>
        <p:spPr>
          <a:xfrm>
            <a:off x="4109085" y="523591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19" name="角丸四角形 6">
            <a:extLst>
              <a:ext uri="{FF2B5EF4-FFF2-40B4-BE49-F238E27FC236}">
                <a16:creationId xmlns:a16="http://schemas.microsoft.com/office/drawing/2014/main" id="{B92E7C55-93D7-4F71-AC06-CBB8D0C1F230}"/>
              </a:ext>
            </a:extLst>
          </p:cNvPr>
          <p:cNvSpPr/>
          <p:nvPr/>
        </p:nvSpPr>
        <p:spPr>
          <a:xfrm rot="720000">
            <a:off x="4286885" y="445486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20" name="角丸四角形 8">
            <a:extLst>
              <a:ext uri="{FF2B5EF4-FFF2-40B4-BE49-F238E27FC236}">
                <a16:creationId xmlns:a16="http://schemas.microsoft.com/office/drawing/2014/main" id="{0766B07E-3599-431D-95DC-B25CA1ED5EC0}"/>
              </a:ext>
            </a:extLst>
          </p:cNvPr>
          <p:cNvSpPr/>
          <p:nvPr/>
        </p:nvSpPr>
        <p:spPr>
          <a:xfrm flipH="1">
            <a:off x="4105275" y="4026235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21" name="テキスト ボックス 2">
            <a:extLst>
              <a:ext uri="{FF2B5EF4-FFF2-40B4-BE49-F238E27FC236}">
                <a16:creationId xmlns:a16="http://schemas.microsoft.com/office/drawing/2014/main" id="{19F75778-ABE9-49D3-ACEB-DD35F9FCD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086" y="4331035"/>
            <a:ext cx="1333500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大腿二頭筋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2" name="テキスト ボックス 2">
            <a:extLst>
              <a:ext uri="{FF2B5EF4-FFF2-40B4-BE49-F238E27FC236}">
                <a16:creationId xmlns:a16="http://schemas.microsoft.com/office/drawing/2014/main" id="{022CFFDD-2CE1-4754-BF39-8FCFC6D2F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233" y="5101793"/>
            <a:ext cx="1333413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内側腓腹筋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3" name="テキスト ボックス 2">
            <a:extLst>
              <a:ext uri="{FF2B5EF4-FFF2-40B4-BE49-F238E27FC236}">
                <a16:creationId xmlns:a16="http://schemas.microsoft.com/office/drawing/2014/main" id="{9A021A98-C792-4448-8163-B3C9B2583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694" y="5220035"/>
            <a:ext cx="1228725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前頸骨筋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4" name="テキスト ボックス 2">
            <a:extLst>
              <a:ext uri="{FF2B5EF4-FFF2-40B4-BE49-F238E27FC236}">
                <a16:creationId xmlns:a16="http://schemas.microsoft.com/office/drawing/2014/main" id="{A2678732-4494-4DD0-84DA-F56100D67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588" y="4453717"/>
            <a:ext cx="1228725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内側広筋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5" name="テキスト ボックス 2">
            <a:extLst>
              <a:ext uri="{FF2B5EF4-FFF2-40B4-BE49-F238E27FC236}">
                <a16:creationId xmlns:a16="http://schemas.microsoft.com/office/drawing/2014/main" id="{D82EB131-C752-412A-B463-DE0AB872D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6907" y="4376679"/>
            <a:ext cx="1181099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外側広筋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6" name="テキスト ボックス 2">
            <a:extLst>
              <a:ext uri="{FF2B5EF4-FFF2-40B4-BE49-F238E27FC236}">
                <a16:creationId xmlns:a16="http://schemas.microsoft.com/office/drawing/2014/main" id="{10E4BDF3-BF36-49A2-BBFC-5FFD32783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376" y="3803961"/>
            <a:ext cx="1311910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大腿直筋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8" name="角丸四角形 10">
            <a:extLst>
              <a:ext uri="{FF2B5EF4-FFF2-40B4-BE49-F238E27FC236}">
                <a16:creationId xmlns:a16="http://schemas.microsoft.com/office/drawing/2014/main" id="{766C3C2D-1C12-405A-8B46-2E0E83A2A8A8}"/>
              </a:ext>
            </a:extLst>
          </p:cNvPr>
          <p:cNvSpPr/>
          <p:nvPr/>
        </p:nvSpPr>
        <p:spPr>
          <a:xfrm rot="20700000" flipH="1">
            <a:off x="7592060" y="5112085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29" name="角丸四角形 12">
            <a:extLst>
              <a:ext uri="{FF2B5EF4-FFF2-40B4-BE49-F238E27FC236}">
                <a16:creationId xmlns:a16="http://schemas.microsoft.com/office/drawing/2014/main" id="{E5D13527-DBE0-44D7-ADE1-69C4F8886012}"/>
              </a:ext>
            </a:extLst>
          </p:cNvPr>
          <p:cNvSpPr/>
          <p:nvPr/>
        </p:nvSpPr>
        <p:spPr>
          <a:xfrm rot="720000">
            <a:off x="7839710" y="435961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30" name="角丸四角形 14">
            <a:extLst>
              <a:ext uri="{FF2B5EF4-FFF2-40B4-BE49-F238E27FC236}">
                <a16:creationId xmlns:a16="http://schemas.microsoft.com/office/drawing/2014/main" id="{B6E8939F-E227-4ED5-AD18-FF2D3C6237D5}"/>
              </a:ext>
            </a:extLst>
          </p:cNvPr>
          <p:cNvSpPr/>
          <p:nvPr/>
        </p:nvSpPr>
        <p:spPr>
          <a:xfrm>
            <a:off x="7992110" y="342616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31" name="テキスト ボックス 2">
            <a:extLst>
              <a:ext uri="{FF2B5EF4-FFF2-40B4-BE49-F238E27FC236}">
                <a16:creationId xmlns:a16="http://schemas.microsoft.com/office/drawing/2014/main" id="{1B9CBB4D-AD6B-4FD3-B421-D7C31E542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418" y="3367175"/>
            <a:ext cx="1532977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大腿筋膜張筋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grpSp>
        <p:nvGrpSpPr>
          <p:cNvPr id="154" name="グループ化 153">
            <a:extLst>
              <a:ext uri="{FF2B5EF4-FFF2-40B4-BE49-F238E27FC236}">
                <a16:creationId xmlns:a16="http://schemas.microsoft.com/office/drawing/2014/main" id="{13F05834-111B-4D26-A15B-B32303D9E214}"/>
              </a:ext>
            </a:extLst>
          </p:cNvPr>
          <p:cNvGrpSpPr/>
          <p:nvPr/>
        </p:nvGrpSpPr>
        <p:grpSpPr>
          <a:xfrm>
            <a:off x="4084588" y="2054123"/>
            <a:ext cx="695325" cy="561975"/>
            <a:chOff x="4092977" y="1889576"/>
            <a:chExt cx="695325" cy="561975"/>
          </a:xfrm>
        </p:grpSpPr>
        <p:sp>
          <p:nvSpPr>
            <p:cNvPr id="137" name="テキスト ボックス 2">
              <a:extLst>
                <a:ext uri="{FF2B5EF4-FFF2-40B4-BE49-F238E27FC236}">
                  <a16:creationId xmlns:a16="http://schemas.microsoft.com/office/drawing/2014/main" id="{BA25B421-FFEE-4964-8C71-722008A08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977" y="1889576"/>
              <a:ext cx="695325" cy="561975"/>
            </a:xfrm>
            <a:prstGeom prst="roundRect">
              <a:avLst/>
            </a:prstGeom>
            <a:ln w="12700"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600" kern="100" dirty="0">
                  <a:solidFill>
                    <a:srgbClr val="0070C0"/>
                  </a:solidFill>
                  <a:effectLst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前面</a:t>
              </a:r>
              <a:endParaRPr lang="ja-JP" sz="1050" kern="100" dirty="0">
                <a:effectLst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sp>
          <p:nvSpPr>
            <p:cNvPr id="138" name="角丸四角形 36">
              <a:extLst>
                <a:ext uri="{FF2B5EF4-FFF2-40B4-BE49-F238E27FC236}">
                  <a16:creationId xmlns:a16="http://schemas.microsoft.com/office/drawing/2014/main" id="{91D81FEE-1687-48C2-AEC9-ECD670701FCC}"/>
                </a:ext>
              </a:extLst>
            </p:cNvPr>
            <p:cNvSpPr/>
            <p:nvPr/>
          </p:nvSpPr>
          <p:spPr>
            <a:xfrm>
              <a:off x="4096385" y="1908189"/>
              <a:ext cx="638175" cy="381000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</p:grpSp>
      <p:grpSp>
        <p:nvGrpSpPr>
          <p:cNvPr id="152" name="グループ化 151">
            <a:extLst>
              <a:ext uri="{FF2B5EF4-FFF2-40B4-BE49-F238E27FC236}">
                <a16:creationId xmlns:a16="http://schemas.microsoft.com/office/drawing/2014/main" id="{CFBC626D-7166-480E-A808-1094A58DA960}"/>
              </a:ext>
            </a:extLst>
          </p:cNvPr>
          <p:cNvGrpSpPr/>
          <p:nvPr/>
        </p:nvGrpSpPr>
        <p:grpSpPr>
          <a:xfrm>
            <a:off x="7069857" y="2054123"/>
            <a:ext cx="695325" cy="561975"/>
            <a:chOff x="7078246" y="1785675"/>
            <a:chExt cx="695325" cy="561975"/>
          </a:xfrm>
        </p:grpSpPr>
        <p:sp>
          <p:nvSpPr>
            <p:cNvPr id="135" name="テキスト ボックス 2">
              <a:extLst>
                <a:ext uri="{FF2B5EF4-FFF2-40B4-BE49-F238E27FC236}">
                  <a16:creationId xmlns:a16="http://schemas.microsoft.com/office/drawing/2014/main" id="{A92498F6-481F-486E-81FA-6FF05926C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8246" y="1785675"/>
              <a:ext cx="695325" cy="561975"/>
            </a:xfrm>
            <a:prstGeom prst="roundRect">
              <a:avLst/>
            </a:prstGeom>
            <a:ln w="12700"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600" kern="100" dirty="0">
                  <a:solidFill>
                    <a:srgbClr val="0070C0"/>
                  </a:solidFill>
                  <a:effectLst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背面</a:t>
              </a:r>
              <a:endParaRPr lang="ja-JP" sz="1050" kern="100" dirty="0">
                <a:effectLst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sp>
          <p:nvSpPr>
            <p:cNvPr id="136" name="角丸四角形 37">
              <a:extLst>
                <a:ext uri="{FF2B5EF4-FFF2-40B4-BE49-F238E27FC236}">
                  <a16:creationId xmlns:a16="http://schemas.microsoft.com/office/drawing/2014/main" id="{48FA36D9-DF0C-4345-B3BE-D2E97764595E}"/>
                </a:ext>
              </a:extLst>
            </p:cNvPr>
            <p:cNvSpPr/>
            <p:nvPr/>
          </p:nvSpPr>
          <p:spPr>
            <a:xfrm>
              <a:off x="7081654" y="1792272"/>
              <a:ext cx="638175" cy="381000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</p:grpSp>
      <p:sp>
        <p:nvSpPr>
          <p:cNvPr id="134" name="テキスト ボックス 2">
            <a:extLst>
              <a:ext uri="{FF2B5EF4-FFF2-40B4-BE49-F238E27FC236}">
                <a16:creationId xmlns:a16="http://schemas.microsoft.com/office/drawing/2014/main" id="{073B256A-8DA7-4C71-BBE0-250080F08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570" y="949989"/>
            <a:ext cx="2381250" cy="5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ja-JP" sz="1600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筋電位センサ装着位置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94F1C5A9-30A5-46A3-B803-7EAA1804234D}"/>
              </a:ext>
            </a:extLst>
          </p:cNvPr>
          <p:cNvCxnSpPr>
            <a:cxnSpLocks/>
            <a:endCxn id="128" idx="1"/>
          </p:cNvCxnSpPr>
          <p:nvPr/>
        </p:nvCxnSpPr>
        <p:spPr>
          <a:xfrm flipV="1">
            <a:off x="7435137" y="5206065"/>
            <a:ext cx="263034" cy="319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2">
            <a:extLst>
              <a:ext uri="{FF2B5EF4-FFF2-40B4-BE49-F238E27FC236}">
                <a16:creationId xmlns:a16="http://schemas.microsoft.com/office/drawing/2014/main" id="{ADE66963-DC04-4C01-875D-FB335697D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085" y="5101793"/>
            <a:ext cx="1282369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 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外側腓腹筋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44" name="角丸四角形 11">
            <a:extLst>
              <a:ext uri="{FF2B5EF4-FFF2-40B4-BE49-F238E27FC236}">
                <a16:creationId xmlns:a16="http://schemas.microsoft.com/office/drawing/2014/main" id="{67EB032A-A5AB-4081-9CCD-D0002777F28C}"/>
              </a:ext>
            </a:extLst>
          </p:cNvPr>
          <p:cNvSpPr/>
          <p:nvPr/>
        </p:nvSpPr>
        <p:spPr>
          <a:xfrm rot="720000">
            <a:off x="7845660" y="5074351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699CF225-CDEB-40E2-BB4B-83A2E8E729B6}"/>
              </a:ext>
            </a:extLst>
          </p:cNvPr>
          <p:cNvCxnSpPr>
            <a:cxnSpLocks/>
          </p:cNvCxnSpPr>
          <p:nvPr/>
        </p:nvCxnSpPr>
        <p:spPr>
          <a:xfrm flipV="1">
            <a:off x="7881152" y="5228919"/>
            <a:ext cx="288458" cy="21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BC2D41D0-6B1D-4BE9-A995-90D8B14445D9}"/>
              </a:ext>
            </a:extLst>
          </p:cNvPr>
          <p:cNvCxnSpPr>
            <a:cxnSpLocks/>
            <a:endCxn id="121" idx="1"/>
          </p:cNvCxnSpPr>
          <p:nvPr/>
        </p:nvCxnSpPr>
        <p:spPr>
          <a:xfrm flipV="1">
            <a:off x="7899328" y="4469535"/>
            <a:ext cx="158758" cy="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56FF26AC-5CBE-4E19-9ABE-C78AE8394C4E}"/>
              </a:ext>
            </a:extLst>
          </p:cNvPr>
          <p:cNvCxnSpPr>
            <a:cxnSpLocks/>
          </p:cNvCxnSpPr>
          <p:nvPr/>
        </p:nvCxnSpPr>
        <p:spPr>
          <a:xfrm flipV="1">
            <a:off x="8051728" y="3522976"/>
            <a:ext cx="158758" cy="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角丸四角形 5">
            <a:extLst>
              <a:ext uri="{FF2B5EF4-FFF2-40B4-BE49-F238E27FC236}">
                <a16:creationId xmlns:a16="http://schemas.microsoft.com/office/drawing/2014/main" id="{38BD31CB-873F-4A39-AC18-1A3B5B243BB0}"/>
              </a:ext>
            </a:extLst>
          </p:cNvPr>
          <p:cNvSpPr/>
          <p:nvPr/>
        </p:nvSpPr>
        <p:spPr>
          <a:xfrm rot="20400000" flipH="1">
            <a:off x="4004562" y="4387996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5910BA84-3317-4356-BE62-EE1009BA87EB}"/>
              </a:ext>
            </a:extLst>
          </p:cNvPr>
          <p:cNvCxnSpPr>
            <a:cxnSpLocks/>
          </p:cNvCxnSpPr>
          <p:nvPr/>
        </p:nvCxnSpPr>
        <p:spPr>
          <a:xfrm flipV="1">
            <a:off x="3832421" y="4514407"/>
            <a:ext cx="225730" cy="7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B68D539C-F606-4439-81D9-D93845F286D0}"/>
              </a:ext>
            </a:extLst>
          </p:cNvPr>
          <p:cNvCxnSpPr>
            <a:cxnSpLocks/>
          </p:cNvCxnSpPr>
          <p:nvPr/>
        </p:nvCxnSpPr>
        <p:spPr>
          <a:xfrm flipV="1">
            <a:off x="4330462" y="4583447"/>
            <a:ext cx="19157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CAB87993-1CB4-47E2-9276-98B99DDC0FF3}"/>
              </a:ext>
            </a:extLst>
          </p:cNvPr>
          <p:cNvCxnSpPr>
            <a:cxnSpLocks/>
          </p:cNvCxnSpPr>
          <p:nvPr/>
        </p:nvCxnSpPr>
        <p:spPr>
          <a:xfrm flipV="1">
            <a:off x="3897775" y="5381319"/>
            <a:ext cx="288458" cy="21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コネクタ 155">
            <a:extLst>
              <a:ext uri="{FF2B5EF4-FFF2-40B4-BE49-F238E27FC236}">
                <a16:creationId xmlns:a16="http://schemas.microsoft.com/office/drawing/2014/main" id="{3082469D-3394-4394-93B3-14EE0BF7DDCF}"/>
              </a:ext>
            </a:extLst>
          </p:cNvPr>
          <p:cNvCxnSpPr>
            <a:cxnSpLocks/>
          </p:cNvCxnSpPr>
          <p:nvPr/>
        </p:nvCxnSpPr>
        <p:spPr>
          <a:xfrm>
            <a:off x="3941961" y="3958986"/>
            <a:ext cx="154925" cy="1751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82422D8F-4372-48DD-86C9-43469537E1B3}"/>
              </a:ext>
            </a:extLst>
          </p:cNvPr>
          <p:cNvGrpSpPr/>
          <p:nvPr/>
        </p:nvGrpSpPr>
        <p:grpSpPr>
          <a:xfrm>
            <a:off x="7427667" y="336774"/>
            <a:ext cx="3314700" cy="328930"/>
            <a:chOff x="7427667" y="336774"/>
            <a:chExt cx="3314700" cy="328930"/>
          </a:xfrm>
        </p:grpSpPr>
        <p:sp>
          <p:nvSpPr>
            <p:cNvPr id="160" name="テキスト ボックス 2">
              <a:extLst>
                <a:ext uri="{FF2B5EF4-FFF2-40B4-BE49-F238E27FC236}">
                  <a16:creationId xmlns:a16="http://schemas.microsoft.com/office/drawing/2014/main" id="{6765FEF8-B1F2-4D41-8A6C-86747654A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7667" y="336774"/>
              <a:ext cx="116205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2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被験者コード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FCB80933-AC9E-4B4B-BC55-A066103461A5}"/>
                </a:ext>
              </a:extLst>
            </p:cNvPr>
            <p:cNvCxnSpPr/>
            <p:nvPr/>
          </p:nvCxnSpPr>
          <p:spPr>
            <a:xfrm>
              <a:off x="8589717" y="593949"/>
              <a:ext cx="21526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グループ化 157">
            <a:extLst>
              <a:ext uri="{FF2B5EF4-FFF2-40B4-BE49-F238E27FC236}">
                <a16:creationId xmlns:a16="http://schemas.microsoft.com/office/drawing/2014/main" id="{91827201-F514-4D24-BD63-3765B7006977}"/>
              </a:ext>
            </a:extLst>
          </p:cNvPr>
          <p:cNvGrpSpPr/>
          <p:nvPr/>
        </p:nvGrpSpPr>
        <p:grpSpPr>
          <a:xfrm>
            <a:off x="7437772" y="900459"/>
            <a:ext cx="2685415" cy="409575"/>
            <a:chOff x="4753292" y="3224212"/>
            <a:chExt cx="2685415" cy="409575"/>
          </a:xfrm>
        </p:grpSpPr>
        <p:sp>
          <p:nvSpPr>
            <p:cNvPr id="163" name="テキスト ボックス 2">
              <a:extLst>
                <a:ext uri="{FF2B5EF4-FFF2-40B4-BE49-F238E27FC236}">
                  <a16:creationId xmlns:a16="http://schemas.microsoft.com/office/drawing/2014/main" id="{7F80B16C-8D01-45CF-A8DE-126FB8578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3292" y="3224212"/>
              <a:ext cx="163830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1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サンプリングレート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A5607E12-E08E-4B93-8C69-42C3EB51977F}"/>
                </a:ext>
              </a:extLst>
            </p:cNvPr>
            <p:cNvCxnSpPr/>
            <p:nvPr/>
          </p:nvCxnSpPr>
          <p:spPr>
            <a:xfrm>
              <a:off x="6220142" y="3552507"/>
              <a:ext cx="78994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テキスト ボックス 2">
              <a:extLst>
                <a:ext uri="{FF2B5EF4-FFF2-40B4-BE49-F238E27FC236}">
                  <a16:creationId xmlns:a16="http://schemas.microsoft.com/office/drawing/2014/main" id="{ABEA4F40-A660-4A28-9AE8-E0B6F5E30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032" y="3304857"/>
              <a:ext cx="447675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100" kern="100">
                  <a:effectLst/>
                  <a:latin typeface="Arial" panose="020B0604020202020204" pitchFamily="34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Hz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390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37</Words>
  <Application>Microsoft Office PowerPoint</Application>
  <PresentationFormat>ワイド画面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明朝</vt:lpstr>
      <vt:lpstr>游ゴシック</vt:lpstr>
      <vt:lpstr>游ゴシック Light</vt:lpstr>
      <vt:lpstr>Arial</vt:lpstr>
      <vt:lpstr>Century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y-fujii</dc:creator>
  <cp:lastModifiedBy>y-fujii</cp:lastModifiedBy>
  <cp:revision>5</cp:revision>
  <dcterms:created xsi:type="dcterms:W3CDTF">2025-03-25T03:06:11Z</dcterms:created>
  <dcterms:modified xsi:type="dcterms:W3CDTF">2025-03-27T02:30:28Z</dcterms:modified>
</cp:coreProperties>
</file>
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2"/>
    <p:sldId id="258" r:id="rId3"/>
    <p:sldId id="259" r:id="rId4"/>
    <p:sldId id="265" r:id="rId5"/>
    <p:sldId id="266"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A8B1C-14E2-F14C-BEC6-ADF4055D3F19}" v="37" dt="2026-03-05T17:50:44.8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631"/>
  </p:normalViewPr>
  <p:slideViewPr>
    <p:cSldViewPr snapToGrid="0">
      <p:cViewPr varScale="1">
        <p:scale>
          <a:sx n="97" d="100"/>
          <a:sy n="97" d="100"/>
        </p:scale>
        <p:origin x="85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小林　泰良" userId="db2aa334-7078-47cd-861a-e0966d7f019c" providerId="ADAL" clId="{4DF3BCAD-64BD-552E-836B-E9ADB9577AF8}"/>
    <pc:docChg chg="undo custSel addSld delSld modSld sldOrd">
      <pc:chgData name="小林　泰良" userId="db2aa334-7078-47cd-861a-e0966d7f019c" providerId="ADAL" clId="{4DF3BCAD-64BD-552E-836B-E9ADB9577AF8}" dt="2026-03-05T17:51:24.617" v="2652" actId="27636"/>
      <pc:docMkLst>
        <pc:docMk/>
      </pc:docMkLst>
      <pc:sldChg chg="del">
        <pc:chgData name="小林　泰良" userId="db2aa334-7078-47cd-861a-e0966d7f019c" providerId="ADAL" clId="{4DF3BCAD-64BD-552E-836B-E9ADB9577AF8}" dt="2026-03-05T16:35:50.524" v="1" actId="2696"/>
        <pc:sldMkLst>
          <pc:docMk/>
          <pc:sldMk cId="1395810180" sldId="256"/>
        </pc:sldMkLst>
      </pc:sldChg>
      <pc:sldChg chg="del">
        <pc:chgData name="小林　泰良" userId="db2aa334-7078-47cd-861a-e0966d7f019c" providerId="ADAL" clId="{4DF3BCAD-64BD-552E-836B-E9ADB9577AF8}" dt="2026-03-05T16:35:51.378" v="2" actId="2696"/>
        <pc:sldMkLst>
          <pc:docMk/>
          <pc:sldMk cId="2425380090" sldId="257"/>
        </pc:sldMkLst>
      </pc:sldChg>
      <pc:sldChg chg="modSp new mod">
        <pc:chgData name="小林　泰良" userId="db2aa334-7078-47cd-861a-e0966d7f019c" providerId="ADAL" clId="{4DF3BCAD-64BD-552E-836B-E9ADB9577AF8}" dt="2026-03-05T17:47:12.584" v="2273" actId="6549"/>
        <pc:sldMkLst>
          <pc:docMk/>
          <pc:sldMk cId="3194896155" sldId="258"/>
        </pc:sldMkLst>
        <pc:spChg chg="mod">
          <ac:chgData name="小林　泰良" userId="db2aa334-7078-47cd-861a-e0966d7f019c" providerId="ADAL" clId="{4DF3BCAD-64BD-552E-836B-E9ADB9577AF8}" dt="2026-03-05T17:47:12.584" v="2273" actId="6549"/>
          <ac:spMkLst>
            <pc:docMk/>
            <pc:sldMk cId="3194896155" sldId="258"/>
            <ac:spMk id="2" creationId="{14C46CD5-C880-97FD-2D35-58A1CEDFE5D5}"/>
          </ac:spMkLst>
        </pc:spChg>
        <pc:spChg chg="mod">
          <ac:chgData name="小林　泰良" userId="db2aa334-7078-47cd-861a-e0966d7f019c" providerId="ADAL" clId="{4DF3BCAD-64BD-552E-836B-E9ADB9577AF8}" dt="2026-03-05T16:47:27.512" v="879" actId="27636"/>
          <ac:spMkLst>
            <pc:docMk/>
            <pc:sldMk cId="3194896155" sldId="258"/>
            <ac:spMk id="3" creationId="{10C61B22-68D0-8ED4-425D-2CD9BA9DDB88}"/>
          </ac:spMkLst>
        </pc:spChg>
      </pc:sldChg>
      <pc:sldChg chg="modSp new mod">
        <pc:chgData name="小林　泰良" userId="db2aa334-7078-47cd-861a-e0966d7f019c" providerId="ADAL" clId="{4DF3BCAD-64BD-552E-836B-E9ADB9577AF8}" dt="2026-03-05T17:47:15.900" v="2274"/>
        <pc:sldMkLst>
          <pc:docMk/>
          <pc:sldMk cId="1504257963" sldId="259"/>
        </pc:sldMkLst>
        <pc:spChg chg="mod">
          <ac:chgData name="小林　泰良" userId="db2aa334-7078-47cd-861a-e0966d7f019c" providerId="ADAL" clId="{4DF3BCAD-64BD-552E-836B-E9ADB9577AF8}" dt="2026-03-05T17:47:15.900" v="2274"/>
          <ac:spMkLst>
            <pc:docMk/>
            <pc:sldMk cId="1504257963" sldId="259"/>
            <ac:spMk id="2" creationId="{2A1F6361-FE95-F285-E640-11C9086561D9}"/>
          </ac:spMkLst>
        </pc:spChg>
        <pc:spChg chg="mod">
          <ac:chgData name="小林　泰良" userId="db2aa334-7078-47cd-861a-e0966d7f019c" providerId="ADAL" clId="{4DF3BCAD-64BD-552E-836B-E9ADB9577AF8}" dt="2026-03-05T16:47:31.622" v="880" actId="14100"/>
          <ac:spMkLst>
            <pc:docMk/>
            <pc:sldMk cId="1504257963" sldId="259"/>
            <ac:spMk id="3" creationId="{0068779C-3036-CA6F-8102-E095EB585EFC}"/>
          </ac:spMkLst>
        </pc:spChg>
      </pc:sldChg>
      <pc:sldChg chg="delSp modSp new mod ord">
        <pc:chgData name="小林　泰良" userId="db2aa334-7078-47cd-861a-e0966d7f019c" providerId="ADAL" clId="{4DF3BCAD-64BD-552E-836B-E9ADB9577AF8}" dt="2026-03-05T16:38:23.945" v="82" actId="20577"/>
        <pc:sldMkLst>
          <pc:docMk/>
          <pc:sldMk cId="277636801" sldId="260"/>
        </pc:sldMkLst>
        <pc:spChg chg="mod">
          <ac:chgData name="小林　泰良" userId="db2aa334-7078-47cd-861a-e0966d7f019c" providerId="ADAL" clId="{4DF3BCAD-64BD-552E-836B-E9ADB9577AF8}" dt="2026-03-05T16:38:23.945" v="82" actId="20577"/>
          <ac:spMkLst>
            <pc:docMk/>
            <pc:sldMk cId="277636801" sldId="260"/>
            <ac:spMk id="2" creationId="{9B4568AF-05CA-D00A-B23C-8E2ED2F6E866}"/>
          </ac:spMkLst>
        </pc:spChg>
        <pc:spChg chg="del">
          <ac:chgData name="小林　泰良" userId="db2aa334-7078-47cd-861a-e0966d7f019c" providerId="ADAL" clId="{4DF3BCAD-64BD-552E-836B-E9ADB9577AF8}" dt="2026-03-05T16:36:24.704" v="39" actId="478"/>
          <ac:spMkLst>
            <pc:docMk/>
            <pc:sldMk cId="277636801" sldId="260"/>
            <ac:spMk id="3" creationId="{34703851-34DB-C635-1BDA-EA5DFED2025F}"/>
          </ac:spMkLst>
        </pc:spChg>
      </pc:sldChg>
      <pc:sldChg chg="modSp new del mod">
        <pc:chgData name="小林　泰良" userId="db2aa334-7078-47cd-861a-e0966d7f019c" providerId="ADAL" clId="{4DF3BCAD-64BD-552E-836B-E9ADB9577AF8}" dt="2026-03-05T17:41:24.618" v="1864" actId="2696"/>
        <pc:sldMkLst>
          <pc:docMk/>
          <pc:sldMk cId="1598545182" sldId="261"/>
        </pc:sldMkLst>
        <pc:spChg chg="mod">
          <ac:chgData name="小林　泰良" userId="db2aa334-7078-47cd-861a-e0966d7f019c" providerId="ADAL" clId="{4DF3BCAD-64BD-552E-836B-E9ADB9577AF8}" dt="2026-03-05T16:47:55.937" v="891" actId="20577"/>
          <ac:spMkLst>
            <pc:docMk/>
            <pc:sldMk cId="1598545182" sldId="261"/>
            <ac:spMk id="2" creationId="{1B8000FC-A76A-E136-1721-8E6E83F671D7}"/>
          </ac:spMkLst>
        </pc:spChg>
        <pc:spChg chg="mod">
          <ac:chgData name="小林　泰良" userId="db2aa334-7078-47cd-861a-e0966d7f019c" providerId="ADAL" clId="{4DF3BCAD-64BD-552E-836B-E9ADB9577AF8}" dt="2026-03-05T17:03:07.245" v="1578" actId="404"/>
          <ac:spMkLst>
            <pc:docMk/>
            <pc:sldMk cId="1598545182" sldId="261"/>
            <ac:spMk id="3" creationId="{128471A8-8315-F4CA-D1C2-0156A5706F4D}"/>
          </ac:spMkLst>
        </pc:spChg>
      </pc:sldChg>
      <pc:sldChg chg="modSp add del mod">
        <pc:chgData name="小林　泰良" userId="db2aa334-7078-47cd-861a-e0966d7f019c" providerId="ADAL" clId="{4DF3BCAD-64BD-552E-836B-E9ADB9577AF8}" dt="2026-03-05T17:41:24.624" v="1867" actId="2696"/>
        <pc:sldMkLst>
          <pc:docMk/>
          <pc:sldMk cId="1182956408" sldId="262"/>
        </pc:sldMkLst>
        <pc:spChg chg="mod">
          <ac:chgData name="小林　泰良" userId="db2aa334-7078-47cd-861a-e0966d7f019c" providerId="ADAL" clId="{4DF3BCAD-64BD-552E-836B-E9ADB9577AF8}" dt="2026-03-05T17:06:25.137" v="1728" actId="27636"/>
          <ac:spMkLst>
            <pc:docMk/>
            <pc:sldMk cId="1182956408" sldId="262"/>
            <ac:spMk id="3" creationId="{1154E646-38C6-A2F9-FB4C-87E237B695CB}"/>
          </ac:spMkLst>
        </pc:spChg>
      </pc:sldChg>
      <pc:sldChg chg="modSp add del mod">
        <pc:chgData name="小林　泰良" userId="db2aa334-7078-47cd-861a-e0966d7f019c" providerId="ADAL" clId="{4DF3BCAD-64BD-552E-836B-E9ADB9577AF8}" dt="2026-03-05T17:41:24.620" v="1866" actId="2696"/>
        <pc:sldMkLst>
          <pc:docMk/>
          <pc:sldMk cId="2154734912" sldId="263"/>
        </pc:sldMkLst>
        <pc:spChg chg="mod">
          <ac:chgData name="小林　泰良" userId="db2aa334-7078-47cd-861a-e0966d7f019c" providerId="ADAL" clId="{4DF3BCAD-64BD-552E-836B-E9ADB9577AF8}" dt="2026-03-05T17:11:03.965" v="1777" actId="313"/>
          <ac:spMkLst>
            <pc:docMk/>
            <pc:sldMk cId="2154734912" sldId="263"/>
            <ac:spMk id="3" creationId="{D1DDA41E-8183-756B-D28A-FBF15D629D38}"/>
          </ac:spMkLst>
        </pc:spChg>
      </pc:sldChg>
      <pc:sldChg chg="modSp add del mod">
        <pc:chgData name="小林　泰良" userId="db2aa334-7078-47cd-861a-e0966d7f019c" providerId="ADAL" clId="{4DF3BCAD-64BD-552E-836B-E9ADB9577AF8}" dt="2026-03-05T17:41:24.619" v="1865" actId="2696"/>
        <pc:sldMkLst>
          <pc:docMk/>
          <pc:sldMk cId="2919496840" sldId="264"/>
        </pc:sldMkLst>
        <pc:spChg chg="mod">
          <ac:chgData name="小林　泰良" userId="db2aa334-7078-47cd-861a-e0966d7f019c" providerId="ADAL" clId="{4DF3BCAD-64BD-552E-836B-E9ADB9577AF8}" dt="2026-03-05T17:12:38.114" v="1862" actId="27636"/>
          <ac:spMkLst>
            <pc:docMk/>
            <pc:sldMk cId="2919496840" sldId="264"/>
            <ac:spMk id="3" creationId="{1EA08DAB-55B3-A7A4-8240-6061DB24CFCE}"/>
          </ac:spMkLst>
        </pc:spChg>
      </pc:sldChg>
      <pc:sldChg chg="modSp new mod">
        <pc:chgData name="小林　泰良" userId="db2aa334-7078-47cd-861a-e0966d7f019c" providerId="ADAL" clId="{4DF3BCAD-64BD-552E-836B-E9ADB9577AF8}" dt="2026-03-05T17:47:33.350" v="2279" actId="6549"/>
        <pc:sldMkLst>
          <pc:docMk/>
          <pc:sldMk cId="3378722897" sldId="265"/>
        </pc:sldMkLst>
        <pc:spChg chg="mod">
          <ac:chgData name="小林　泰良" userId="db2aa334-7078-47cd-861a-e0966d7f019c" providerId="ADAL" clId="{4DF3BCAD-64BD-552E-836B-E9ADB9577AF8}" dt="2026-03-05T17:47:33.350" v="2279" actId="6549"/>
          <ac:spMkLst>
            <pc:docMk/>
            <pc:sldMk cId="3378722897" sldId="265"/>
            <ac:spMk id="2" creationId="{51E3A8FC-5791-4491-C29B-EF7BAA7AE487}"/>
          </ac:spMkLst>
        </pc:spChg>
        <pc:spChg chg="mod">
          <ac:chgData name="小林　泰良" userId="db2aa334-7078-47cd-861a-e0966d7f019c" providerId="ADAL" clId="{4DF3BCAD-64BD-552E-836B-E9ADB9577AF8}" dt="2026-03-05T17:46:21.544" v="2250" actId="20577"/>
          <ac:spMkLst>
            <pc:docMk/>
            <pc:sldMk cId="3378722897" sldId="265"/>
            <ac:spMk id="3" creationId="{4B592EC5-4889-1D90-C8F7-1BDB32B45F1D}"/>
          </ac:spMkLst>
        </pc:spChg>
      </pc:sldChg>
      <pc:sldChg chg="modSp new mod">
        <pc:chgData name="小林　泰良" userId="db2aa334-7078-47cd-861a-e0966d7f019c" providerId="ADAL" clId="{4DF3BCAD-64BD-552E-836B-E9ADB9577AF8}" dt="2026-03-05T17:51:24.617" v="2652" actId="27636"/>
        <pc:sldMkLst>
          <pc:docMk/>
          <pc:sldMk cId="2291464926" sldId="266"/>
        </pc:sldMkLst>
        <pc:spChg chg="mod">
          <ac:chgData name="小林　泰良" userId="db2aa334-7078-47cd-861a-e0966d7f019c" providerId="ADAL" clId="{4DF3BCAD-64BD-552E-836B-E9ADB9577AF8}" dt="2026-03-05T17:47:37.162" v="2280"/>
          <ac:spMkLst>
            <pc:docMk/>
            <pc:sldMk cId="2291464926" sldId="266"/>
            <ac:spMk id="2" creationId="{B773E004-6E2E-BA88-4CBB-5CB61DA0C4A1}"/>
          </ac:spMkLst>
        </pc:spChg>
        <pc:spChg chg="mod">
          <ac:chgData name="小林　泰良" userId="db2aa334-7078-47cd-861a-e0966d7f019c" providerId="ADAL" clId="{4DF3BCAD-64BD-552E-836B-E9ADB9577AF8}" dt="2026-03-05T17:51:24.617" v="2652" actId="27636"/>
          <ac:spMkLst>
            <pc:docMk/>
            <pc:sldMk cId="2291464926" sldId="266"/>
            <ac:spMk id="3" creationId="{EB96F796-89F5-6DC9-B673-E5BF1C913635}"/>
          </ac:spMkLst>
        </pc:spChg>
      </pc:sldChg>
      <pc:sldChg chg="new del">
        <pc:chgData name="小林　泰良" userId="db2aa334-7078-47cd-861a-e0966d7f019c" providerId="ADAL" clId="{4DF3BCAD-64BD-552E-836B-E9ADB9577AF8}" dt="2026-03-05T17:46:21.078" v="2249" actId="680"/>
        <pc:sldMkLst>
          <pc:docMk/>
          <pc:sldMk cId="4041612807" sldId="26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E7E002-EAE7-2B9C-79CD-83BF484469B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96418D5-9744-B6C1-AC1A-1D56190F33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49B23AD-D51C-ED02-DB20-F10CC0DD123B}"/>
              </a:ext>
            </a:extLst>
          </p:cNvPr>
          <p:cNvSpPr>
            <a:spLocks noGrp="1"/>
          </p:cNvSpPr>
          <p:nvPr>
            <p:ph type="dt" sz="half" idx="10"/>
          </p:nvPr>
        </p:nvSpPr>
        <p:spPr/>
        <p:txBody>
          <a:bodyPr/>
          <a:lstStyle/>
          <a:p>
            <a:fld id="{DFEF4983-069C-EB40-94B1-9A9BCFEDB111}" type="datetimeFigureOut">
              <a:rPr kumimoji="1" lang="ja-JP" altLang="en-US" smtClean="0"/>
              <a:t>2026/3/6</a:t>
            </a:fld>
            <a:endParaRPr kumimoji="1" lang="ja-JP" altLang="en-US"/>
          </a:p>
        </p:txBody>
      </p:sp>
      <p:sp>
        <p:nvSpPr>
          <p:cNvPr id="5" name="フッター プレースホルダー 4">
            <a:extLst>
              <a:ext uri="{FF2B5EF4-FFF2-40B4-BE49-F238E27FC236}">
                <a16:creationId xmlns:a16="http://schemas.microsoft.com/office/drawing/2014/main" id="{FDBFD83B-B165-5579-DD4F-57E06F1BB94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E5720E-AF41-EF3C-05DD-13B87057F62A}"/>
              </a:ext>
            </a:extLst>
          </p:cNvPr>
          <p:cNvSpPr>
            <a:spLocks noGrp="1"/>
          </p:cNvSpPr>
          <p:nvPr>
            <p:ph type="sldNum" sz="quarter" idx="12"/>
          </p:nvPr>
        </p:nvSpPr>
        <p:spPr/>
        <p:txBody>
          <a:bodyPr/>
          <a:lstStyle/>
          <a:p>
            <a:fld id="{FD40058B-A426-F644-96B4-9961AE9E0280}" type="slidenum">
              <a:rPr kumimoji="1" lang="ja-JP" altLang="en-US" smtClean="0"/>
              <a:t>‹#›</a:t>
            </a:fld>
            <a:endParaRPr kumimoji="1" lang="ja-JP" altLang="en-US"/>
          </a:p>
        </p:txBody>
      </p:sp>
    </p:spTree>
    <p:extLst>
      <p:ext uri="{BB962C8B-B14F-4D97-AF65-F5344CB8AC3E}">
        <p14:creationId xmlns:p14="http://schemas.microsoft.com/office/powerpoint/2010/main" val="2110181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C6573A-83D7-3C5F-185B-295946F0A9C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4B24FA2-1E25-1E12-3703-698D32A118B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3CFB4C0-8133-6B6C-5CB0-3F9A5277B9DB}"/>
              </a:ext>
            </a:extLst>
          </p:cNvPr>
          <p:cNvSpPr>
            <a:spLocks noGrp="1"/>
          </p:cNvSpPr>
          <p:nvPr>
            <p:ph type="dt" sz="half" idx="10"/>
          </p:nvPr>
        </p:nvSpPr>
        <p:spPr/>
        <p:txBody>
          <a:bodyPr/>
          <a:lstStyle/>
          <a:p>
            <a:fld id="{DFEF4983-069C-EB40-94B1-9A9BCFEDB111}" type="datetimeFigureOut">
              <a:rPr kumimoji="1" lang="ja-JP" altLang="en-US" smtClean="0"/>
              <a:t>2026/3/6</a:t>
            </a:fld>
            <a:endParaRPr kumimoji="1" lang="ja-JP" altLang="en-US"/>
          </a:p>
        </p:txBody>
      </p:sp>
      <p:sp>
        <p:nvSpPr>
          <p:cNvPr id="5" name="フッター プレースホルダー 4">
            <a:extLst>
              <a:ext uri="{FF2B5EF4-FFF2-40B4-BE49-F238E27FC236}">
                <a16:creationId xmlns:a16="http://schemas.microsoft.com/office/drawing/2014/main" id="{8AEC96B1-0436-2680-D3E8-4D27767C6F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F104A87-9FAB-1EEC-5760-7E159F7F1CA6}"/>
              </a:ext>
            </a:extLst>
          </p:cNvPr>
          <p:cNvSpPr>
            <a:spLocks noGrp="1"/>
          </p:cNvSpPr>
          <p:nvPr>
            <p:ph type="sldNum" sz="quarter" idx="12"/>
          </p:nvPr>
        </p:nvSpPr>
        <p:spPr/>
        <p:txBody>
          <a:bodyPr/>
          <a:lstStyle/>
          <a:p>
            <a:fld id="{FD40058B-A426-F644-96B4-9961AE9E0280}" type="slidenum">
              <a:rPr kumimoji="1" lang="ja-JP" altLang="en-US" smtClean="0"/>
              <a:t>‹#›</a:t>
            </a:fld>
            <a:endParaRPr kumimoji="1" lang="ja-JP" altLang="en-US"/>
          </a:p>
        </p:txBody>
      </p:sp>
    </p:spTree>
    <p:extLst>
      <p:ext uri="{BB962C8B-B14F-4D97-AF65-F5344CB8AC3E}">
        <p14:creationId xmlns:p14="http://schemas.microsoft.com/office/powerpoint/2010/main" val="1864718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2FEEBB-B13F-1A99-E602-3591B5DE1E5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D1C6247-36F9-8D3B-6F50-7E1E18588E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945753D-7DC6-9F27-DDF8-A296AAA10698}"/>
              </a:ext>
            </a:extLst>
          </p:cNvPr>
          <p:cNvSpPr>
            <a:spLocks noGrp="1"/>
          </p:cNvSpPr>
          <p:nvPr>
            <p:ph type="dt" sz="half" idx="10"/>
          </p:nvPr>
        </p:nvSpPr>
        <p:spPr/>
        <p:txBody>
          <a:bodyPr/>
          <a:lstStyle/>
          <a:p>
            <a:fld id="{DFEF4983-069C-EB40-94B1-9A9BCFEDB111}" type="datetimeFigureOut">
              <a:rPr kumimoji="1" lang="ja-JP" altLang="en-US" smtClean="0"/>
              <a:t>2026/3/6</a:t>
            </a:fld>
            <a:endParaRPr kumimoji="1" lang="ja-JP" altLang="en-US"/>
          </a:p>
        </p:txBody>
      </p:sp>
      <p:sp>
        <p:nvSpPr>
          <p:cNvPr id="5" name="フッター プレースホルダー 4">
            <a:extLst>
              <a:ext uri="{FF2B5EF4-FFF2-40B4-BE49-F238E27FC236}">
                <a16:creationId xmlns:a16="http://schemas.microsoft.com/office/drawing/2014/main" id="{ED1B50B3-42E7-24F4-0DB9-02785B01718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B214C1F-265C-EE19-3242-58747D041F21}"/>
              </a:ext>
            </a:extLst>
          </p:cNvPr>
          <p:cNvSpPr>
            <a:spLocks noGrp="1"/>
          </p:cNvSpPr>
          <p:nvPr>
            <p:ph type="sldNum" sz="quarter" idx="12"/>
          </p:nvPr>
        </p:nvSpPr>
        <p:spPr/>
        <p:txBody>
          <a:bodyPr/>
          <a:lstStyle/>
          <a:p>
            <a:fld id="{FD40058B-A426-F644-96B4-9961AE9E0280}" type="slidenum">
              <a:rPr kumimoji="1" lang="ja-JP" altLang="en-US" smtClean="0"/>
              <a:t>‹#›</a:t>
            </a:fld>
            <a:endParaRPr kumimoji="1" lang="ja-JP" altLang="en-US"/>
          </a:p>
        </p:txBody>
      </p:sp>
    </p:spTree>
    <p:extLst>
      <p:ext uri="{BB962C8B-B14F-4D97-AF65-F5344CB8AC3E}">
        <p14:creationId xmlns:p14="http://schemas.microsoft.com/office/powerpoint/2010/main" val="3894055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487539-4842-B04C-CC35-06B65CFC3E1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253A156-DB0D-1407-42E5-6A90B21E0D5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3036249-5208-42BF-DBCB-4CBF38D9338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3217BAB-F43B-B259-0A91-5812CBE7CFB5}"/>
              </a:ext>
            </a:extLst>
          </p:cNvPr>
          <p:cNvSpPr>
            <a:spLocks noGrp="1"/>
          </p:cNvSpPr>
          <p:nvPr>
            <p:ph type="dt" sz="half" idx="10"/>
          </p:nvPr>
        </p:nvSpPr>
        <p:spPr/>
        <p:txBody>
          <a:bodyPr/>
          <a:lstStyle/>
          <a:p>
            <a:fld id="{DFEF4983-069C-EB40-94B1-9A9BCFEDB111}" type="datetimeFigureOut">
              <a:rPr kumimoji="1" lang="ja-JP" altLang="en-US" smtClean="0"/>
              <a:t>2026/3/6</a:t>
            </a:fld>
            <a:endParaRPr kumimoji="1" lang="ja-JP" altLang="en-US"/>
          </a:p>
        </p:txBody>
      </p:sp>
      <p:sp>
        <p:nvSpPr>
          <p:cNvPr id="6" name="フッター プレースホルダー 5">
            <a:extLst>
              <a:ext uri="{FF2B5EF4-FFF2-40B4-BE49-F238E27FC236}">
                <a16:creationId xmlns:a16="http://schemas.microsoft.com/office/drawing/2014/main" id="{F2739454-59D2-444A-57EF-83A9EDD6A3A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0A7230D-BA09-7ABA-7015-CCE57A4C50D5}"/>
              </a:ext>
            </a:extLst>
          </p:cNvPr>
          <p:cNvSpPr>
            <a:spLocks noGrp="1"/>
          </p:cNvSpPr>
          <p:nvPr>
            <p:ph type="sldNum" sz="quarter" idx="12"/>
          </p:nvPr>
        </p:nvSpPr>
        <p:spPr/>
        <p:txBody>
          <a:bodyPr/>
          <a:lstStyle/>
          <a:p>
            <a:fld id="{FD40058B-A426-F644-96B4-9961AE9E0280}" type="slidenum">
              <a:rPr kumimoji="1" lang="ja-JP" altLang="en-US" smtClean="0"/>
              <a:t>‹#›</a:t>
            </a:fld>
            <a:endParaRPr kumimoji="1" lang="ja-JP" altLang="en-US"/>
          </a:p>
        </p:txBody>
      </p:sp>
    </p:spTree>
    <p:extLst>
      <p:ext uri="{BB962C8B-B14F-4D97-AF65-F5344CB8AC3E}">
        <p14:creationId xmlns:p14="http://schemas.microsoft.com/office/powerpoint/2010/main" val="2558542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A10874-DDA2-85FA-0CB5-0E6FEB376D8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C2D5F57-911B-7FE4-0225-93CA3346C2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F107760-01A1-6595-B8BA-69A5A649EA9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59483A6-28C9-914C-E583-EC5C4371CF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38E1A71-9A74-7431-3CE1-B2556058C30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8DBAAE4-964E-4946-D2C5-3B0DEF832869}"/>
              </a:ext>
            </a:extLst>
          </p:cNvPr>
          <p:cNvSpPr>
            <a:spLocks noGrp="1"/>
          </p:cNvSpPr>
          <p:nvPr>
            <p:ph type="dt" sz="half" idx="10"/>
          </p:nvPr>
        </p:nvSpPr>
        <p:spPr/>
        <p:txBody>
          <a:bodyPr/>
          <a:lstStyle/>
          <a:p>
            <a:fld id="{DFEF4983-069C-EB40-94B1-9A9BCFEDB111}" type="datetimeFigureOut">
              <a:rPr kumimoji="1" lang="ja-JP" altLang="en-US" smtClean="0"/>
              <a:t>2026/3/6</a:t>
            </a:fld>
            <a:endParaRPr kumimoji="1" lang="ja-JP" altLang="en-US"/>
          </a:p>
        </p:txBody>
      </p:sp>
      <p:sp>
        <p:nvSpPr>
          <p:cNvPr id="8" name="フッター プレースホルダー 7">
            <a:extLst>
              <a:ext uri="{FF2B5EF4-FFF2-40B4-BE49-F238E27FC236}">
                <a16:creationId xmlns:a16="http://schemas.microsoft.com/office/drawing/2014/main" id="{431EEEC1-2CEC-F80F-72BC-E072D5536B5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33B2360-C671-5BD5-C68E-CF8FCCD7D16E}"/>
              </a:ext>
            </a:extLst>
          </p:cNvPr>
          <p:cNvSpPr>
            <a:spLocks noGrp="1"/>
          </p:cNvSpPr>
          <p:nvPr>
            <p:ph type="sldNum" sz="quarter" idx="12"/>
          </p:nvPr>
        </p:nvSpPr>
        <p:spPr/>
        <p:txBody>
          <a:bodyPr/>
          <a:lstStyle/>
          <a:p>
            <a:fld id="{FD40058B-A426-F644-96B4-9961AE9E0280}" type="slidenum">
              <a:rPr kumimoji="1" lang="ja-JP" altLang="en-US" smtClean="0"/>
              <a:t>‹#›</a:t>
            </a:fld>
            <a:endParaRPr kumimoji="1" lang="ja-JP" altLang="en-US"/>
          </a:p>
        </p:txBody>
      </p:sp>
    </p:spTree>
    <p:extLst>
      <p:ext uri="{BB962C8B-B14F-4D97-AF65-F5344CB8AC3E}">
        <p14:creationId xmlns:p14="http://schemas.microsoft.com/office/powerpoint/2010/main" val="2392308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D52CF9-C961-BCF9-ED0B-4564A31A72A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CE7325D-E59B-89AF-4998-347DE29442EA}"/>
              </a:ext>
            </a:extLst>
          </p:cNvPr>
          <p:cNvSpPr>
            <a:spLocks noGrp="1"/>
          </p:cNvSpPr>
          <p:nvPr>
            <p:ph type="dt" sz="half" idx="10"/>
          </p:nvPr>
        </p:nvSpPr>
        <p:spPr/>
        <p:txBody>
          <a:bodyPr/>
          <a:lstStyle/>
          <a:p>
            <a:fld id="{DFEF4983-069C-EB40-94B1-9A9BCFEDB111}" type="datetimeFigureOut">
              <a:rPr kumimoji="1" lang="ja-JP" altLang="en-US" smtClean="0"/>
              <a:t>2026/3/6</a:t>
            </a:fld>
            <a:endParaRPr kumimoji="1" lang="ja-JP" altLang="en-US"/>
          </a:p>
        </p:txBody>
      </p:sp>
      <p:sp>
        <p:nvSpPr>
          <p:cNvPr id="4" name="フッター プレースホルダー 3">
            <a:extLst>
              <a:ext uri="{FF2B5EF4-FFF2-40B4-BE49-F238E27FC236}">
                <a16:creationId xmlns:a16="http://schemas.microsoft.com/office/drawing/2014/main" id="{BEC267B8-7B67-2B19-33C3-9C5397809EC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98C7CA8-A16C-DF4D-1917-F1B792E193A1}"/>
              </a:ext>
            </a:extLst>
          </p:cNvPr>
          <p:cNvSpPr>
            <a:spLocks noGrp="1"/>
          </p:cNvSpPr>
          <p:nvPr>
            <p:ph type="sldNum" sz="quarter" idx="12"/>
          </p:nvPr>
        </p:nvSpPr>
        <p:spPr/>
        <p:txBody>
          <a:bodyPr/>
          <a:lstStyle/>
          <a:p>
            <a:fld id="{FD40058B-A426-F644-96B4-9961AE9E0280}" type="slidenum">
              <a:rPr kumimoji="1" lang="ja-JP" altLang="en-US" smtClean="0"/>
              <a:t>‹#›</a:t>
            </a:fld>
            <a:endParaRPr kumimoji="1" lang="ja-JP" altLang="en-US"/>
          </a:p>
        </p:txBody>
      </p:sp>
    </p:spTree>
    <p:extLst>
      <p:ext uri="{BB962C8B-B14F-4D97-AF65-F5344CB8AC3E}">
        <p14:creationId xmlns:p14="http://schemas.microsoft.com/office/powerpoint/2010/main" val="4052020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34F384A-F1C0-85BF-C14C-D0F97E5E950C}"/>
              </a:ext>
            </a:extLst>
          </p:cNvPr>
          <p:cNvSpPr>
            <a:spLocks noGrp="1"/>
          </p:cNvSpPr>
          <p:nvPr>
            <p:ph type="dt" sz="half" idx="10"/>
          </p:nvPr>
        </p:nvSpPr>
        <p:spPr/>
        <p:txBody>
          <a:bodyPr/>
          <a:lstStyle/>
          <a:p>
            <a:fld id="{DFEF4983-069C-EB40-94B1-9A9BCFEDB111}" type="datetimeFigureOut">
              <a:rPr kumimoji="1" lang="ja-JP" altLang="en-US" smtClean="0"/>
              <a:t>2026/3/6</a:t>
            </a:fld>
            <a:endParaRPr kumimoji="1" lang="ja-JP" altLang="en-US"/>
          </a:p>
        </p:txBody>
      </p:sp>
      <p:sp>
        <p:nvSpPr>
          <p:cNvPr id="3" name="フッター プレースホルダー 2">
            <a:extLst>
              <a:ext uri="{FF2B5EF4-FFF2-40B4-BE49-F238E27FC236}">
                <a16:creationId xmlns:a16="http://schemas.microsoft.com/office/drawing/2014/main" id="{795CA107-6551-870E-6162-38152A24C20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9D0B563-14EB-24F8-4F3C-520158082944}"/>
              </a:ext>
            </a:extLst>
          </p:cNvPr>
          <p:cNvSpPr>
            <a:spLocks noGrp="1"/>
          </p:cNvSpPr>
          <p:nvPr>
            <p:ph type="sldNum" sz="quarter" idx="12"/>
          </p:nvPr>
        </p:nvSpPr>
        <p:spPr/>
        <p:txBody>
          <a:bodyPr/>
          <a:lstStyle/>
          <a:p>
            <a:fld id="{FD40058B-A426-F644-96B4-9961AE9E0280}" type="slidenum">
              <a:rPr kumimoji="1" lang="ja-JP" altLang="en-US" smtClean="0"/>
              <a:t>‹#›</a:t>
            </a:fld>
            <a:endParaRPr kumimoji="1" lang="ja-JP" altLang="en-US"/>
          </a:p>
        </p:txBody>
      </p:sp>
    </p:spTree>
    <p:extLst>
      <p:ext uri="{BB962C8B-B14F-4D97-AF65-F5344CB8AC3E}">
        <p14:creationId xmlns:p14="http://schemas.microsoft.com/office/powerpoint/2010/main" val="1546674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B0D3BA-C217-2A6C-F5A5-3B309F3E3BF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10B2AED-1688-541E-109A-2A186C9C6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2CF90E0-0233-C828-6812-2D6A5ECFC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829B442-FCD9-3D31-D2D7-098D7056CDD3}"/>
              </a:ext>
            </a:extLst>
          </p:cNvPr>
          <p:cNvSpPr>
            <a:spLocks noGrp="1"/>
          </p:cNvSpPr>
          <p:nvPr>
            <p:ph type="dt" sz="half" idx="10"/>
          </p:nvPr>
        </p:nvSpPr>
        <p:spPr/>
        <p:txBody>
          <a:bodyPr/>
          <a:lstStyle/>
          <a:p>
            <a:fld id="{DFEF4983-069C-EB40-94B1-9A9BCFEDB111}" type="datetimeFigureOut">
              <a:rPr kumimoji="1" lang="ja-JP" altLang="en-US" smtClean="0"/>
              <a:t>2026/3/6</a:t>
            </a:fld>
            <a:endParaRPr kumimoji="1" lang="ja-JP" altLang="en-US"/>
          </a:p>
        </p:txBody>
      </p:sp>
      <p:sp>
        <p:nvSpPr>
          <p:cNvPr id="6" name="フッター プレースホルダー 5">
            <a:extLst>
              <a:ext uri="{FF2B5EF4-FFF2-40B4-BE49-F238E27FC236}">
                <a16:creationId xmlns:a16="http://schemas.microsoft.com/office/drawing/2014/main" id="{EF161DB5-E281-3B54-179A-30299CAFA05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824996E-8BF8-48B7-6755-5F24A5C32C72}"/>
              </a:ext>
            </a:extLst>
          </p:cNvPr>
          <p:cNvSpPr>
            <a:spLocks noGrp="1"/>
          </p:cNvSpPr>
          <p:nvPr>
            <p:ph type="sldNum" sz="quarter" idx="12"/>
          </p:nvPr>
        </p:nvSpPr>
        <p:spPr/>
        <p:txBody>
          <a:bodyPr/>
          <a:lstStyle/>
          <a:p>
            <a:fld id="{FD40058B-A426-F644-96B4-9961AE9E0280}" type="slidenum">
              <a:rPr kumimoji="1" lang="ja-JP" altLang="en-US" smtClean="0"/>
              <a:t>‹#›</a:t>
            </a:fld>
            <a:endParaRPr kumimoji="1" lang="ja-JP" altLang="en-US"/>
          </a:p>
        </p:txBody>
      </p:sp>
    </p:spTree>
    <p:extLst>
      <p:ext uri="{BB962C8B-B14F-4D97-AF65-F5344CB8AC3E}">
        <p14:creationId xmlns:p14="http://schemas.microsoft.com/office/powerpoint/2010/main" val="2093878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59A316-C784-0568-380F-2B168BE58A3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68986B4-EB85-8285-A2E1-42D82C82F8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D73D072-DDF8-0E03-2F26-F4053780DD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EECA6F8-C5C0-0DA5-A495-5D749884EED8}"/>
              </a:ext>
            </a:extLst>
          </p:cNvPr>
          <p:cNvSpPr>
            <a:spLocks noGrp="1"/>
          </p:cNvSpPr>
          <p:nvPr>
            <p:ph type="dt" sz="half" idx="10"/>
          </p:nvPr>
        </p:nvSpPr>
        <p:spPr/>
        <p:txBody>
          <a:bodyPr/>
          <a:lstStyle/>
          <a:p>
            <a:fld id="{DFEF4983-069C-EB40-94B1-9A9BCFEDB111}" type="datetimeFigureOut">
              <a:rPr kumimoji="1" lang="ja-JP" altLang="en-US" smtClean="0"/>
              <a:t>2026/3/6</a:t>
            </a:fld>
            <a:endParaRPr kumimoji="1" lang="ja-JP" altLang="en-US"/>
          </a:p>
        </p:txBody>
      </p:sp>
      <p:sp>
        <p:nvSpPr>
          <p:cNvPr id="6" name="フッター プレースホルダー 5">
            <a:extLst>
              <a:ext uri="{FF2B5EF4-FFF2-40B4-BE49-F238E27FC236}">
                <a16:creationId xmlns:a16="http://schemas.microsoft.com/office/drawing/2014/main" id="{50E94768-ACCE-05A6-24E3-02F97CE39D0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0F4689C-10DF-83D2-59DE-AB013791A6C5}"/>
              </a:ext>
            </a:extLst>
          </p:cNvPr>
          <p:cNvSpPr>
            <a:spLocks noGrp="1"/>
          </p:cNvSpPr>
          <p:nvPr>
            <p:ph type="sldNum" sz="quarter" idx="12"/>
          </p:nvPr>
        </p:nvSpPr>
        <p:spPr/>
        <p:txBody>
          <a:bodyPr/>
          <a:lstStyle/>
          <a:p>
            <a:fld id="{FD40058B-A426-F644-96B4-9961AE9E0280}" type="slidenum">
              <a:rPr kumimoji="1" lang="ja-JP" altLang="en-US" smtClean="0"/>
              <a:t>‹#›</a:t>
            </a:fld>
            <a:endParaRPr kumimoji="1" lang="ja-JP" altLang="en-US"/>
          </a:p>
        </p:txBody>
      </p:sp>
    </p:spTree>
    <p:extLst>
      <p:ext uri="{BB962C8B-B14F-4D97-AF65-F5344CB8AC3E}">
        <p14:creationId xmlns:p14="http://schemas.microsoft.com/office/powerpoint/2010/main" val="2404004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FBA6AB-F789-6DD8-2396-6D5DB1429FD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B26567D-A8C3-3793-C4AB-3985C4ACFE3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83B0B7E-2A26-38F5-576C-7C4ED4A069B9}"/>
              </a:ext>
            </a:extLst>
          </p:cNvPr>
          <p:cNvSpPr>
            <a:spLocks noGrp="1"/>
          </p:cNvSpPr>
          <p:nvPr>
            <p:ph type="dt" sz="half" idx="10"/>
          </p:nvPr>
        </p:nvSpPr>
        <p:spPr/>
        <p:txBody>
          <a:bodyPr/>
          <a:lstStyle/>
          <a:p>
            <a:fld id="{DFEF4983-069C-EB40-94B1-9A9BCFEDB111}" type="datetimeFigureOut">
              <a:rPr kumimoji="1" lang="ja-JP" altLang="en-US" smtClean="0"/>
              <a:t>2026/3/6</a:t>
            </a:fld>
            <a:endParaRPr kumimoji="1" lang="ja-JP" altLang="en-US"/>
          </a:p>
        </p:txBody>
      </p:sp>
      <p:sp>
        <p:nvSpPr>
          <p:cNvPr id="5" name="フッター プレースホルダー 4">
            <a:extLst>
              <a:ext uri="{FF2B5EF4-FFF2-40B4-BE49-F238E27FC236}">
                <a16:creationId xmlns:a16="http://schemas.microsoft.com/office/drawing/2014/main" id="{67E4B14A-E413-A698-5D94-D02282FA12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6BA605C-06E6-9432-43D5-90886789D95A}"/>
              </a:ext>
            </a:extLst>
          </p:cNvPr>
          <p:cNvSpPr>
            <a:spLocks noGrp="1"/>
          </p:cNvSpPr>
          <p:nvPr>
            <p:ph type="sldNum" sz="quarter" idx="12"/>
          </p:nvPr>
        </p:nvSpPr>
        <p:spPr/>
        <p:txBody>
          <a:bodyPr/>
          <a:lstStyle/>
          <a:p>
            <a:fld id="{FD40058B-A426-F644-96B4-9961AE9E0280}" type="slidenum">
              <a:rPr kumimoji="1" lang="ja-JP" altLang="en-US" smtClean="0"/>
              <a:t>‹#›</a:t>
            </a:fld>
            <a:endParaRPr kumimoji="1" lang="ja-JP" altLang="en-US"/>
          </a:p>
        </p:txBody>
      </p:sp>
    </p:spTree>
    <p:extLst>
      <p:ext uri="{BB962C8B-B14F-4D97-AF65-F5344CB8AC3E}">
        <p14:creationId xmlns:p14="http://schemas.microsoft.com/office/powerpoint/2010/main" val="2739946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7B23559-04C0-1748-B21E-D6DCDE29266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A064D5-AFEF-77AB-D47A-917455C352A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FADC491-B425-083E-8FAC-46C5233D8CEA}"/>
              </a:ext>
            </a:extLst>
          </p:cNvPr>
          <p:cNvSpPr>
            <a:spLocks noGrp="1"/>
          </p:cNvSpPr>
          <p:nvPr>
            <p:ph type="dt" sz="half" idx="10"/>
          </p:nvPr>
        </p:nvSpPr>
        <p:spPr/>
        <p:txBody>
          <a:bodyPr/>
          <a:lstStyle/>
          <a:p>
            <a:fld id="{DFEF4983-069C-EB40-94B1-9A9BCFEDB111}" type="datetimeFigureOut">
              <a:rPr kumimoji="1" lang="ja-JP" altLang="en-US" smtClean="0"/>
              <a:t>2026/3/6</a:t>
            </a:fld>
            <a:endParaRPr kumimoji="1" lang="ja-JP" altLang="en-US"/>
          </a:p>
        </p:txBody>
      </p:sp>
      <p:sp>
        <p:nvSpPr>
          <p:cNvPr id="5" name="フッター プレースホルダー 4">
            <a:extLst>
              <a:ext uri="{FF2B5EF4-FFF2-40B4-BE49-F238E27FC236}">
                <a16:creationId xmlns:a16="http://schemas.microsoft.com/office/drawing/2014/main" id="{EEE85FCF-5E5F-A638-C4F4-3513F7212DD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B7AA49D-8262-6212-37F9-B95D7E870E13}"/>
              </a:ext>
            </a:extLst>
          </p:cNvPr>
          <p:cNvSpPr>
            <a:spLocks noGrp="1"/>
          </p:cNvSpPr>
          <p:nvPr>
            <p:ph type="sldNum" sz="quarter" idx="12"/>
          </p:nvPr>
        </p:nvSpPr>
        <p:spPr/>
        <p:txBody>
          <a:bodyPr/>
          <a:lstStyle/>
          <a:p>
            <a:fld id="{FD40058B-A426-F644-96B4-9961AE9E0280}" type="slidenum">
              <a:rPr kumimoji="1" lang="ja-JP" altLang="en-US" smtClean="0"/>
              <a:t>‹#›</a:t>
            </a:fld>
            <a:endParaRPr kumimoji="1" lang="ja-JP" altLang="en-US"/>
          </a:p>
        </p:txBody>
      </p:sp>
    </p:spTree>
    <p:extLst>
      <p:ext uri="{BB962C8B-B14F-4D97-AF65-F5344CB8AC3E}">
        <p14:creationId xmlns:p14="http://schemas.microsoft.com/office/powerpoint/2010/main" val="272325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F613953-80C5-EA13-6753-B25846D2F6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1FD6B3E-701D-5DD5-3EE5-DA269CEE4C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476454F-17DC-B989-53A0-1F1641E983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EF4983-069C-EB40-94B1-9A9BCFEDB111}" type="datetimeFigureOut">
              <a:rPr kumimoji="1" lang="ja-JP" altLang="en-US" smtClean="0"/>
              <a:t>2026/3/6</a:t>
            </a:fld>
            <a:endParaRPr kumimoji="1" lang="ja-JP" altLang="en-US"/>
          </a:p>
        </p:txBody>
      </p:sp>
      <p:sp>
        <p:nvSpPr>
          <p:cNvPr id="5" name="フッター プレースホルダー 4">
            <a:extLst>
              <a:ext uri="{FF2B5EF4-FFF2-40B4-BE49-F238E27FC236}">
                <a16:creationId xmlns:a16="http://schemas.microsoft.com/office/drawing/2014/main" id="{A93FEA4D-2ACC-4F6A-E7E0-4A6D381FC1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D3E1E66-4203-F6EF-A754-7A708F263B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40058B-A426-F644-96B4-9961AE9E0280}" type="slidenum">
              <a:rPr kumimoji="1" lang="ja-JP" altLang="en-US" smtClean="0"/>
              <a:t>‹#›</a:t>
            </a:fld>
            <a:endParaRPr kumimoji="1" lang="ja-JP" altLang="en-US"/>
          </a:p>
        </p:txBody>
      </p:sp>
    </p:spTree>
    <p:extLst>
      <p:ext uri="{BB962C8B-B14F-4D97-AF65-F5344CB8AC3E}">
        <p14:creationId xmlns:p14="http://schemas.microsoft.com/office/powerpoint/2010/main" val="1112557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4568AF-05CA-D00A-B23C-8E2ED2F6E866}"/>
              </a:ext>
            </a:extLst>
          </p:cNvPr>
          <p:cNvSpPr>
            <a:spLocks noGrp="1"/>
          </p:cNvSpPr>
          <p:nvPr>
            <p:ph type="ctrTitle"/>
          </p:nvPr>
        </p:nvSpPr>
        <p:spPr>
          <a:xfrm>
            <a:off x="1524000" y="1122362"/>
            <a:ext cx="9144000" cy="3767689"/>
          </a:xfrm>
        </p:spPr>
        <p:txBody>
          <a:bodyPr>
            <a:normAutofit/>
          </a:bodyPr>
          <a:lstStyle/>
          <a:p>
            <a:r>
              <a:rPr kumimoji="1" lang="ja-JP" altLang="en-US"/>
              <a:t>運動計測実習</a:t>
            </a:r>
            <a:r>
              <a:rPr kumimoji="1" lang="en-US" altLang="ja-JP" dirty="0"/>
              <a:t> 2</a:t>
            </a:r>
            <a:r>
              <a:rPr kumimoji="1" lang="ja-JP" altLang="en-US"/>
              <a:t>日目</a:t>
            </a:r>
            <a:br>
              <a:rPr kumimoji="1" lang="en-US" altLang="ja-JP" dirty="0"/>
            </a:br>
            <a:br>
              <a:rPr lang="en-US" altLang="ja-JP" dirty="0"/>
            </a:br>
            <a:r>
              <a:rPr lang="en-US" altLang="ja-JP" dirty="0"/>
              <a:t>Measurement Training </a:t>
            </a:r>
            <a:br>
              <a:rPr lang="en-US" altLang="ja-JP" dirty="0"/>
            </a:br>
            <a:r>
              <a:rPr lang="en-US" altLang="ja-JP" dirty="0"/>
              <a:t>Day 2</a:t>
            </a:r>
            <a:endParaRPr kumimoji="1" lang="ja-JP" altLang="en-US"/>
          </a:p>
        </p:txBody>
      </p:sp>
    </p:spTree>
    <p:extLst>
      <p:ext uri="{BB962C8B-B14F-4D97-AF65-F5344CB8AC3E}">
        <p14:creationId xmlns:p14="http://schemas.microsoft.com/office/powerpoint/2010/main" val="277636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C46CD5-C880-97FD-2D35-58A1CEDFE5D5}"/>
              </a:ext>
            </a:extLst>
          </p:cNvPr>
          <p:cNvSpPr>
            <a:spLocks noGrp="1"/>
          </p:cNvSpPr>
          <p:nvPr>
            <p:ph type="title"/>
          </p:nvPr>
        </p:nvSpPr>
        <p:spPr/>
        <p:txBody>
          <a:bodyPr/>
          <a:lstStyle/>
          <a:p>
            <a:r>
              <a:rPr kumimoji="1" lang="ja-JP" altLang="en-US"/>
              <a:t>諸注意（</a:t>
            </a:r>
            <a:r>
              <a:rPr lang="en" altLang="ja-JP" dirty="0"/>
              <a:t> Notes </a:t>
            </a:r>
            <a:r>
              <a:rPr kumimoji="1" lang="ja-JP" altLang="en-US"/>
              <a:t>）</a:t>
            </a:r>
          </a:p>
        </p:txBody>
      </p:sp>
      <p:sp>
        <p:nvSpPr>
          <p:cNvPr id="3" name="コンテンツ プレースホルダー 2">
            <a:extLst>
              <a:ext uri="{FF2B5EF4-FFF2-40B4-BE49-F238E27FC236}">
                <a16:creationId xmlns:a16="http://schemas.microsoft.com/office/drawing/2014/main" id="{10C61B22-68D0-8ED4-425D-2CD9BA9DDB88}"/>
              </a:ext>
            </a:extLst>
          </p:cNvPr>
          <p:cNvSpPr>
            <a:spLocks noGrp="1"/>
          </p:cNvSpPr>
          <p:nvPr>
            <p:ph idx="1"/>
          </p:nvPr>
        </p:nvSpPr>
        <p:spPr>
          <a:xfrm>
            <a:off x="838200" y="1825624"/>
            <a:ext cx="10515600" cy="4866723"/>
          </a:xfrm>
        </p:spPr>
        <p:txBody>
          <a:bodyPr>
            <a:normAutofit/>
          </a:bodyPr>
          <a:lstStyle/>
          <a:p>
            <a:r>
              <a:rPr lang="ja-JP" altLang="en-US"/>
              <a:t>実験をする際は，必ず実験のマニュアルに従って，一つずつチェックしながら実行してください</a:t>
            </a:r>
          </a:p>
          <a:p>
            <a:pPr lvl="1"/>
            <a:r>
              <a:rPr lang="ja-JP" altLang="en-US"/>
              <a:t>このマニュアルには，実験の手順が一つずつ書いてあります</a:t>
            </a:r>
            <a:endParaRPr lang="en-US" altLang="ja-JP" dirty="0"/>
          </a:p>
          <a:p>
            <a:pPr lvl="1"/>
            <a:r>
              <a:rPr lang="ja-JP" altLang="en-US"/>
              <a:t>逆に言えば，研究で実験を行う場合は，手順を一つずつ書いてあるマニュアルを作成することを心がけてください</a:t>
            </a:r>
            <a:endParaRPr lang="en-US" altLang="ja-JP" dirty="0"/>
          </a:p>
          <a:p>
            <a:pPr lvl="1"/>
            <a:endParaRPr lang="en-US" altLang="ja-JP" dirty="0"/>
          </a:p>
          <a:p>
            <a:r>
              <a:rPr lang="en" altLang="ja-JP" dirty="0"/>
              <a:t>When conducting an experiment, be sure to follow the experiment manual, checking each step as you go.</a:t>
            </a:r>
          </a:p>
          <a:p>
            <a:pPr lvl="1"/>
            <a:r>
              <a:rPr lang="en" altLang="ja-JP" dirty="0"/>
              <a:t>This manual describes the steps of the experiment one by one.</a:t>
            </a:r>
          </a:p>
          <a:p>
            <a:pPr lvl="1"/>
            <a:r>
              <a:rPr lang="en" altLang="ja-JP" dirty="0"/>
              <a:t>Conversely, when conducting experiments in research, try to create a manual that describes each step of the procedure.</a:t>
            </a:r>
            <a:endParaRPr kumimoji="1" lang="ja-JP" altLang="en-US"/>
          </a:p>
        </p:txBody>
      </p:sp>
    </p:spTree>
    <p:extLst>
      <p:ext uri="{BB962C8B-B14F-4D97-AF65-F5344CB8AC3E}">
        <p14:creationId xmlns:p14="http://schemas.microsoft.com/office/powerpoint/2010/main" val="3194896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1F6361-FE95-F285-E640-11C9086561D9}"/>
              </a:ext>
            </a:extLst>
          </p:cNvPr>
          <p:cNvSpPr>
            <a:spLocks noGrp="1"/>
          </p:cNvSpPr>
          <p:nvPr>
            <p:ph type="title"/>
          </p:nvPr>
        </p:nvSpPr>
        <p:spPr/>
        <p:txBody>
          <a:bodyPr/>
          <a:lstStyle/>
          <a:p>
            <a:r>
              <a:rPr lang="ja-JP" altLang="en-US"/>
              <a:t>諸注意（</a:t>
            </a:r>
            <a:r>
              <a:rPr lang="en" altLang="ja-JP" dirty="0"/>
              <a:t> Notes </a:t>
            </a:r>
            <a:r>
              <a:rPr lang="ja-JP" altLang="en-US"/>
              <a:t>）</a:t>
            </a:r>
            <a:endParaRPr kumimoji="1" lang="ja-JP" altLang="en-US"/>
          </a:p>
        </p:txBody>
      </p:sp>
      <p:sp>
        <p:nvSpPr>
          <p:cNvPr id="3" name="コンテンツ プレースホルダー 2">
            <a:extLst>
              <a:ext uri="{FF2B5EF4-FFF2-40B4-BE49-F238E27FC236}">
                <a16:creationId xmlns:a16="http://schemas.microsoft.com/office/drawing/2014/main" id="{0068779C-3036-CA6F-8102-E095EB585EFC}"/>
              </a:ext>
            </a:extLst>
          </p:cNvPr>
          <p:cNvSpPr>
            <a:spLocks noGrp="1"/>
          </p:cNvSpPr>
          <p:nvPr>
            <p:ph idx="1"/>
          </p:nvPr>
        </p:nvSpPr>
        <p:spPr>
          <a:xfrm>
            <a:off x="838200" y="1825624"/>
            <a:ext cx="10515600" cy="4866723"/>
          </a:xfrm>
        </p:spPr>
        <p:txBody>
          <a:bodyPr>
            <a:normAutofit/>
          </a:bodyPr>
          <a:lstStyle/>
          <a:p>
            <a:r>
              <a:rPr kumimoji="1" lang="ja-JP" altLang="en-US"/>
              <a:t>本日は実験の続きを行っていただきますが，実験をする際には，</a:t>
            </a:r>
            <a:r>
              <a:rPr lang="ja-JP" altLang="en-US"/>
              <a:t>指示をする係を</a:t>
            </a:r>
            <a:r>
              <a:rPr lang="en-US" altLang="ja-JP" dirty="0"/>
              <a:t>1</a:t>
            </a:r>
            <a:r>
              <a:rPr lang="ja-JP" altLang="en-US"/>
              <a:t>人決めてください</a:t>
            </a:r>
            <a:endParaRPr lang="en-US" altLang="ja-JP" dirty="0"/>
          </a:p>
          <a:p>
            <a:pPr lvl="1"/>
            <a:r>
              <a:rPr kumimoji="1" lang="ja-JP" altLang="en-US"/>
              <a:t>指示係はマニュアルにチェックマークをつけながら，一つずつ作業を進めてください</a:t>
            </a:r>
            <a:endParaRPr kumimoji="1" lang="en-US" altLang="ja-JP" dirty="0"/>
          </a:p>
          <a:p>
            <a:pPr lvl="1"/>
            <a:r>
              <a:rPr lang="ja-JP" altLang="en-US"/>
              <a:t>経験のため，指示係は実験ごとに交代してください</a:t>
            </a:r>
            <a:endParaRPr lang="en-US" altLang="ja-JP" dirty="0"/>
          </a:p>
          <a:p>
            <a:endParaRPr lang="en-US" altLang="ja-JP" dirty="0"/>
          </a:p>
          <a:p>
            <a:r>
              <a:rPr lang="en-US" altLang="ja-JP" dirty="0"/>
              <a:t>Please choose a director </a:t>
            </a:r>
            <a:r>
              <a:rPr lang="en" altLang="ja-JP" dirty="0"/>
              <a:t>for today's experiment.</a:t>
            </a:r>
            <a:endParaRPr lang="en-US" altLang="ja-JP" dirty="0"/>
          </a:p>
          <a:p>
            <a:pPr lvl="1"/>
            <a:r>
              <a:rPr lang="en-US" altLang="ja-JP" dirty="0"/>
              <a:t>The director should check off the manual and proceed step by step.</a:t>
            </a:r>
          </a:p>
          <a:p>
            <a:pPr lvl="1"/>
            <a:r>
              <a:rPr lang="en-US" altLang="ja-JP" dirty="0"/>
              <a:t>Please rotate the director for each experiment.</a:t>
            </a:r>
            <a:endParaRPr kumimoji="1" lang="en-US" altLang="ja-JP" dirty="0"/>
          </a:p>
        </p:txBody>
      </p:sp>
    </p:spTree>
    <p:extLst>
      <p:ext uri="{BB962C8B-B14F-4D97-AF65-F5344CB8AC3E}">
        <p14:creationId xmlns:p14="http://schemas.microsoft.com/office/powerpoint/2010/main" val="1504257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E3A8FC-5791-4491-C29B-EF7BAA7AE487}"/>
              </a:ext>
            </a:extLst>
          </p:cNvPr>
          <p:cNvSpPr>
            <a:spLocks noGrp="1"/>
          </p:cNvSpPr>
          <p:nvPr>
            <p:ph type="title"/>
          </p:nvPr>
        </p:nvSpPr>
        <p:spPr/>
        <p:txBody>
          <a:bodyPr/>
          <a:lstStyle/>
          <a:p>
            <a:r>
              <a:rPr kumimoji="1" lang="ja-JP" altLang="en-US"/>
              <a:t>本日の予定（</a:t>
            </a:r>
            <a:r>
              <a:rPr kumimoji="1" lang="en" altLang="ja-JP" dirty="0"/>
              <a:t>schedule</a:t>
            </a:r>
            <a:r>
              <a:rPr kumimoji="1" lang="ja-JP" altLang="en-US"/>
              <a:t>）</a:t>
            </a:r>
          </a:p>
        </p:txBody>
      </p:sp>
      <p:sp>
        <p:nvSpPr>
          <p:cNvPr id="3" name="コンテンツ プレースホルダー 2">
            <a:extLst>
              <a:ext uri="{FF2B5EF4-FFF2-40B4-BE49-F238E27FC236}">
                <a16:creationId xmlns:a16="http://schemas.microsoft.com/office/drawing/2014/main" id="{4B592EC5-4889-1D90-C8F7-1BDB32B45F1D}"/>
              </a:ext>
            </a:extLst>
          </p:cNvPr>
          <p:cNvSpPr>
            <a:spLocks noGrp="1"/>
          </p:cNvSpPr>
          <p:nvPr>
            <p:ph idx="1"/>
          </p:nvPr>
        </p:nvSpPr>
        <p:spPr>
          <a:xfrm>
            <a:off x="838200" y="1825624"/>
            <a:ext cx="10515600" cy="4879975"/>
          </a:xfrm>
        </p:spPr>
        <p:txBody>
          <a:bodyPr>
            <a:normAutofit/>
          </a:bodyPr>
          <a:lstStyle/>
          <a:p>
            <a:r>
              <a:rPr kumimoji="1" lang="ja-JP" altLang="en-US"/>
              <a:t>午前（</a:t>
            </a:r>
            <a:r>
              <a:rPr kumimoji="1" lang="en-US" altLang="ja-JP" dirty="0"/>
              <a:t>〜12</a:t>
            </a:r>
            <a:r>
              <a:rPr kumimoji="1" lang="ja-JP" altLang="en-US"/>
              <a:t>時）</a:t>
            </a:r>
            <a:endParaRPr kumimoji="1" lang="en-US" altLang="ja-JP" dirty="0"/>
          </a:p>
          <a:p>
            <a:pPr lvl="1"/>
            <a:r>
              <a:rPr kumimoji="1" lang="ja-JP" altLang="en-US"/>
              <a:t>昨日と同様に，</a:t>
            </a:r>
            <a:r>
              <a:rPr kumimoji="1" lang="en-US" altLang="ja-JP" dirty="0"/>
              <a:t>4</a:t>
            </a:r>
            <a:r>
              <a:rPr kumimoji="1" lang="ja-JP" altLang="en-US"/>
              <a:t>グループで</a:t>
            </a:r>
            <a:r>
              <a:rPr kumimoji="1" lang="en-US" altLang="ja-JP" dirty="0"/>
              <a:t>2</a:t>
            </a:r>
            <a:r>
              <a:rPr kumimoji="1" lang="ja-JP" altLang="en-US"/>
              <a:t>個所に分かれて交代で実験</a:t>
            </a:r>
            <a:endParaRPr kumimoji="1" lang="en-US" altLang="ja-JP" dirty="0"/>
          </a:p>
          <a:p>
            <a:pPr lvl="1"/>
            <a:r>
              <a:rPr lang="ja-JP" altLang="en-US"/>
              <a:t>実験をしていないグループは，データの解析を行う</a:t>
            </a:r>
            <a:endParaRPr lang="en-US" altLang="ja-JP" dirty="0"/>
          </a:p>
          <a:p>
            <a:pPr lvl="2"/>
            <a:r>
              <a:rPr kumimoji="1" lang="ja-JP" altLang="en-US"/>
              <a:t>データの解析方法はこの後</a:t>
            </a:r>
            <a:r>
              <a:rPr lang="ja-JP" altLang="en-US"/>
              <a:t>で</a:t>
            </a:r>
            <a:r>
              <a:rPr kumimoji="1" lang="ja-JP" altLang="en-US"/>
              <a:t>説明します。</a:t>
            </a:r>
            <a:endParaRPr kumimoji="1" lang="en-US" altLang="ja-JP" dirty="0"/>
          </a:p>
          <a:p>
            <a:pPr lvl="2"/>
            <a:endParaRPr kumimoji="1" lang="en-US" altLang="ja-JP" dirty="0"/>
          </a:p>
          <a:p>
            <a:r>
              <a:rPr kumimoji="1" lang="en-US" altLang="ja-JP" dirty="0"/>
              <a:t>Morning (〜12:00 PM) </a:t>
            </a:r>
          </a:p>
          <a:p>
            <a:pPr lvl="1"/>
            <a:r>
              <a:rPr kumimoji="1" lang="en-US" altLang="ja-JP" dirty="0"/>
              <a:t>Similar to yesterday, the four groups will be divided into two locations to conduct experiments in rotation.</a:t>
            </a:r>
          </a:p>
          <a:p>
            <a:pPr lvl="1"/>
            <a:r>
              <a:rPr kumimoji="1" lang="en-US" altLang="ja-JP" dirty="0"/>
              <a:t>Groups not currently conducting experiments will perform data analysis.</a:t>
            </a:r>
          </a:p>
          <a:p>
            <a:pPr lvl="2"/>
            <a:r>
              <a:rPr kumimoji="1" lang="en-US" altLang="ja-JP" dirty="0"/>
              <a:t>The data analysis methods will be explained afterward.</a:t>
            </a:r>
          </a:p>
        </p:txBody>
      </p:sp>
    </p:spTree>
    <p:extLst>
      <p:ext uri="{BB962C8B-B14F-4D97-AF65-F5344CB8AC3E}">
        <p14:creationId xmlns:p14="http://schemas.microsoft.com/office/powerpoint/2010/main" val="3378722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73E004-6E2E-BA88-4CBB-5CB61DA0C4A1}"/>
              </a:ext>
            </a:extLst>
          </p:cNvPr>
          <p:cNvSpPr>
            <a:spLocks noGrp="1"/>
          </p:cNvSpPr>
          <p:nvPr>
            <p:ph type="title"/>
          </p:nvPr>
        </p:nvSpPr>
        <p:spPr/>
        <p:txBody>
          <a:bodyPr/>
          <a:lstStyle/>
          <a:p>
            <a:r>
              <a:rPr lang="ja-JP" altLang="en-US"/>
              <a:t>本日の予定（</a:t>
            </a:r>
            <a:r>
              <a:rPr lang="en" altLang="ja-JP" dirty="0"/>
              <a:t>schedule</a:t>
            </a:r>
            <a:r>
              <a:rPr lang="ja-JP" altLang="en-US"/>
              <a:t>）</a:t>
            </a:r>
            <a:endParaRPr kumimoji="1" lang="ja-JP" altLang="en-US"/>
          </a:p>
        </p:txBody>
      </p:sp>
      <p:sp>
        <p:nvSpPr>
          <p:cNvPr id="3" name="コンテンツ プレースホルダー 2">
            <a:extLst>
              <a:ext uri="{FF2B5EF4-FFF2-40B4-BE49-F238E27FC236}">
                <a16:creationId xmlns:a16="http://schemas.microsoft.com/office/drawing/2014/main" id="{EB96F796-89F5-6DC9-B673-E5BF1C913635}"/>
              </a:ext>
            </a:extLst>
          </p:cNvPr>
          <p:cNvSpPr>
            <a:spLocks noGrp="1"/>
          </p:cNvSpPr>
          <p:nvPr>
            <p:ph idx="1"/>
          </p:nvPr>
        </p:nvSpPr>
        <p:spPr>
          <a:xfrm>
            <a:off x="838200" y="1825625"/>
            <a:ext cx="10515600" cy="4932984"/>
          </a:xfrm>
        </p:spPr>
        <p:txBody>
          <a:bodyPr>
            <a:normAutofit/>
          </a:bodyPr>
          <a:lstStyle/>
          <a:p>
            <a:r>
              <a:rPr kumimoji="1" lang="ja-JP" altLang="en-US"/>
              <a:t>午後（</a:t>
            </a:r>
            <a:r>
              <a:rPr kumimoji="1" lang="en-US" altLang="ja-JP" dirty="0"/>
              <a:t>13〜17</a:t>
            </a:r>
            <a:r>
              <a:rPr kumimoji="1" lang="ja-JP" altLang="en-US"/>
              <a:t>時）</a:t>
            </a:r>
            <a:endParaRPr kumimoji="1" lang="en-US" altLang="ja-JP" dirty="0"/>
          </a:p>
          <a:p>
            <a:pPr lvl="1"/>
            <a:r>
              <a:rPr kumimoji="1" lang="ja-JP" altLang="en-US"/>
              <a:t>（</a:t>
            </a:r>
            <a:r>
              <a:rPr kumimoji="1" lang="en-US" altLang="ja-JP" dirty="0"/>
              <a:t>13</a:t>
            </a:r>
            <a:r>
              <a:rPr lang="en-US" altLang="ja-JP" dirty="0"/>
              <a:t>〜16</a:t>
            </a:r>
            <a:r>
              <a:rPr lang="ja-JP" altLang="en-US"/>
              <a:t>時</a:t>
            </a:r>
            <a:r>
              <a:rPr kumimoji="1" lang="ja-JP" altLang="en-US"/>
              <a:t>）動作解析の続き</a:t>
            </a:r>
          </a:p>
          <a:p>
            <a:pPr lvl="1"/>
            <a:r>
              <a:rPr kumimoji="1" lang="ja-JP" altLang="en-US"/>
              <a:t>（</a:t>
            </a:r>
            <a:r>
              <a:rPr kumimoji="1" lang="en-US" altLang="ja-JP" dirty="0"/>
              <a:t>16〜17</a:t>
            </a:r>
            <a:r>
              <a:rPr kumimoji="1" lang="ja-JP" altLang="en-US"/>
              <a:t>時）発表会</a:t>
            </a:r>
            <a:endParaRPr kumimoji="1" lang="en-US" altLang="ja-JP" dirty="0"/>
          </a:p>
          <a:p>
            <a:pPr lvl="2"/>
            <a:r>
              <a:rPr lang="ja-JP" altLang="en-US"/>
              <a:t>各グループで簡単に（</a:t>
            </a:r>
            <a:r>
              <a:rPr lang="en-US" altLang="ja-JP" dirty="0"/>
              <a:t>~5</a:t>
            </a:r>
            <a:r>
              <a:rPr lang="ja-JP" altLang="en-US"/>
              <a:t>分）実験結果と考察を発表してください</a:t>
            </a:r>
            <a:endParaRPr lang="en-US" altLang="ja-JP" dirty="0"/>
          </a:p>
          <a:p>
            <a:pPr lvl="2"/>
            <a:r>
              <a:rPr kumimoji="1" lang="ja-JP" altLang="en-US"/>
              <a:t>スライドは結果の図と考察のポイントを</a:t>
            </a:r>
            <a:r>
              <a:rPr lang="ja-JP" altLang="en-US"/>
              <a:t>記述するだけで結構です</a:t>
            </a:r>
            <a:endParaRPr kumimoji="1" lang="en-US" altLang="ja-JP" dirty="0"/>
          </a:p>
          <a:p>
            <a:pPr lvl="2"/>
            <a:endParaRPr lang="en-US" altLang="ja-JP" dirty="0"/>
          </a:p>
          <a:p>
            <a:r>
              <a:rPr kumimoji="1" lang="en" altLang="ja-JP" dirty="0"/>
              <a:t>Afternoon (1:00 PM – 5:00 PM)</a:t>
            </a:r>
          </a:p>
          <a:p>
            <a:pPr lvl="1"/>
            <a:r>
              <a:rPr kumimoji="1" lang="en" altLang="ja-JP" dirty="0"/>
              <a:t>1:00 PM – 4:00 PM: Continuation of motion analysis</a:t>
            </a:r>
          </a:p>
          <a:p>
            <a:pPr lvl="1"/>
            <a:r>
              <a:rPr kumimoji="1" lang="en" altLang="ja-JP" dirty="0"/>
              <a:t>4:00 PM – 5:00 PM: Presentation session</a:t>
            </a:r>
          </a:p>
          <a:p>
            <a:pPr lvl="2"/>
            <a:r>
              <a:rPr kumimoji="1" lang="en" altLang="ja-JP" dirty="0"/>
              <a:t>Each group should briefly present their experimental results and discussion (~5 minutes).</a:t>
            </a:r>
          </a:p>
          <a:p>
            <a:pPr lvl="2"/>
            <a:r>
              <a:rPr kumimoji="1" lang="en" altLang="ja-JP" dirty="0"/>
              <a:t>Slides only need to include the resulting figures and key points of your discussion.</a:t>
            </a:r>
            <a:endParaRPr kumimoji="1" lang="ja-JP" altLang="en-US"/>
          </a:p>
        </p:txBody>
      </p:sp>
    </p:spTree>
    <p:extLst>
      <p:ext uri="{BB962C8B-B14F-4D97-AF65-F5344CB8AC3E}">
        <p14:creationId xmlns:p14="http://schemas.microsoft.com/office/powerpoint/2010/main" val="229146492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417</Words>
  <Application>Microsoft Macintosh PowerPoint</Application>
  <PresentationFormat>ワイド画面</PresentationFormat>
  <Paragraphs>39</Paragraphs>
  <Slides>5</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5</vt:i4>
      </vt:variant>
    </vt:vector>
  </HeadingPairs>
  <TitlesOfParts>
    <vt:vector size="9" baseType="lpstr">
      <vt:lpstr>游ゴシック</vt:lpstr>
      <vt:lpstr>游ゴシック Light</vt:lpstr>
      <vt:lpstr>Arial</vt:lpstr>
      <vt:lpstr>Office テーマ</vt:lpstr>
      <vt:lpstr>運動計測実習 2日目  Measurement Training  Day 2</vt:lpstr>
      <vt:lpstr>諸注意（ Notes ）</vt:lpstr>
      <vt:lpstr>諸注意（ Notes ）</vt:lpstr>
      <vt:lpstr>本日の予定（schedule）</vt:lpstr>
      <vt:lpstr>本日の予定（schedule）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小林　泰良</dc:creator>
  <cp:lastModifiedBy>小林　泰良</cp:lastModifiedBy>
  <cp:revision>1</cp:revision>
  <dcterms:created xsi:type="dcterms:W3CDTF">2026-02-27T14:26:50Z</dcterms:created>
  <dcterms:modified xsi:type="dcterms:W3CDTF">2026-03-05T17:51:26Z</dcterms:modified>
</cp:coreProperties>
</file>
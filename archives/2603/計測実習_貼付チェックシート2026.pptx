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7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6597D4-EAE2-4908-85CE-DA7419C0D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C376926-F43C-40CF-9B5A-7A9AA0303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DB2472-EC86-4E8C-A4BA-23B43033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DB3B76-DE4B-4E13-8BB5-E4DC41E5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50C42E-3E89-42DE-BE5A-048442BC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5990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4F4D26-921A-44A7-9DD6-081E94B7A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FC91CF-C2CC-40F8-9D42-084D0CD15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C02584-B161-4D05-BE05-A26767ABB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9C0988-2431-4918-8537-D6E9E5E06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3A1439-72AC-45CF-A274-990A531F0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910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503E76-6934-4D9D-A3E0-86A287D88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DC88A8-9BB7-4BEE-9786-899D0D08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147C8C-9087-4E0F-B141-1A23A28C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859994-F36F-4ADA-944C-1F493468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92AF00-52E3-4D03-B617-5A5372D14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0774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E550A7-B8CE-4511-A6E6-17370E0F6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CC5951-DA81-427F-8DF2-34A99C043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4EC36C-172E-4866-AA5F-A1A5DD8A8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33D190-3F24-4716-9B6C-C2800F0B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A9899E-5B29-45C6-A683-C04717522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EA3F6C-4B19-4BB4-8D96-C6D10CAEA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80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8F4366-F59E-4756-A77F-96CF415E6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DCC17F-E8F5-46B8-B345-67D5AE0FB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A873C9-7437-47FD-9030-8B2A708C9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E0A989-A592-40B4-AEDD-17C42A159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29A588A-7FA2-4F15-A0C1-18C11A144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C837241-3E4D-4878-811A-DC45A9D7D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C83137E-E9A7-4BBE-9448-11F129F8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66A180-C17E-4805-99EC-8860F567A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1533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0D8BD3-D579-4439-9E91-48094772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7E5306-1340-4340-9C13-F8DB58A2A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47B3739-E3F1-4B76-AD99-23BD3219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5B4741-150D-44EF-8068-E5AACB7E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789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58DFFDC-F9A3-4647-A597-8F2AE503A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E22C218-A1ED-451F-A193-8469664C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BC3F2B-48A3-4A7A-8A0D-E33C87B39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05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6DA543-B100-4948-B2D5-2F3739630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E86DCE-233C-49AE-B890-7CD0F263A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F249EC-FE1A-4BAE-81DC-91936DA9A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FBE0C7-C30E-4954-A7BF-0FC3D20E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6A5957-F7C5-4A66-A224-CEF29D513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CCCE28-2430-462E-B798-8AE37B08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055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5A9EFA-18BD-462A-8129-04B8B279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E939E0D-E1BA-4B85-95CF-F3047BA36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12D611-5925-4AE6-9342-D1C5011E0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1F1F42-B121-4535-8F35-8BA2BCB8F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2096B81-65AC-428B-875D-E56FF8F77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8F026F-816F-47BB-98FD-ADC2D738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713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504480-1784-42A1-91EF-8A074BDD4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5526AC-F636-42B8-B5D9-ABA9BC4DD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966BD9-D75D-43B5-BBF0-855366B2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477A11-07B3-47FD-8FE8-747476170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66FDB0-4968-4DFC-9366-9F4B5760B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354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887B5E6-F900-4673-90BF-5A14D9A40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989746-E574-4281-B8A9-F8EC63612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2B6617-7BF2-44BB-863C-9C9AACE9D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D0B168-C811-48FA-82D4-C0E2978F1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203829-206E-4C72-A4E0-7E4C1403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023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3FD7C42-2939-4769-9F0F-A7D482E07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5CD132-DB52-4E67-8555-34BBB366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B66245-3615-4024-A373-4ED43D4D5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D34F1-6682-46B9-BF5F-18ECE70CA324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C3BE87-AA8B-407D-B1C3-D56E8BBCD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47DA4D-859A-455D-9792-E8C2F2EF2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29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テキスト ボックス 2">
            <a:extLst>
              <a:ext uri="{FF2B5EF4-FFF2-40B4-BE49-F238E27FC236}">
                <a16:creationId xmlns:a16="http://schemas.microsoft.com/office/drawing/2014/main" id="{073B256A-8DA7-4C71-BBE0-250080F08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941" y="1577287"/>
            <a:ext cx="23812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ja-JP" sz="1600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筋</a:t>
            </a:r>
            <a:r>
              <a:rPr lang="ja-JP" sz="1600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電位センサ</a:t>
            </a:r>
            <a:r>
              <a:rPr lang="ja-JP" altLang="en-US" sz="1600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（</a:t>
            </a:r>
            <a:r>
              <a:rPr lang="en-US" altLang="ja-JP" sz="1600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4</a:t>
            </a:r>
            <a:r>
              <a:rPr lang="ja-JP" altLang="en-US" sz="1600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箇所）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grpSp>
        <p:nvGrpSpPr>
          <p:cNvPr id="157" name="グループ化 156">
            <a:extLst>
              <a:ext uri="{FF2B5EF4-FFF2-40B4-BE49-F238E27FC236}">
                <a16:creationId xmlns:a16="http://schemas.microsoft.com/office/drawing/2014/main" id="{82422D8F-4372-48DD-86C9-43469537E1B3}"/>
              </a:ext>
            </a:extLst>
          </p:cNvPr>
          <p:cNvGrpSpPr/>
          <p:nvPr/>
        </p:nvGrpSpPr>
        <p:grpSpPr>
          <a:xfrm>
            <a:off x="510324" y="381344"/>
            <a:ext cx="3314700" cy="328930"/>
            <a:chOff x="7427667" y="336774"/>
            <a:chExt cx="3314700" cy="328930"/>
          </a:xfrm>
        </p:grpSpPr>
        <p:sp>
          <p:nvSpPr>
            <p:cNvPr id="160" name="テキスト ボックス 2">
              <a:extLst>
                <a:ext uri="{FF2B5EF4-FFF2-40B4-BE49-F238E27FC236}">
                  <a16:creationId xmlns:a16="http://schemas.microsoft.com/office/drawing/2014/main" id="{6765FEF8-B1F2-4D41-8A6C-86747654A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7667" y="336774"/>
              <a:ext cx="1162050" cy="328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ja-JP" sz="1200" kern="100">
                  <a:effectLst/>
                  <a:latin typeface="Century" panose="02040604050505020304" pitchFamily="18" charset="0"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被験者コード</a:t>
              </a:r>
              <a:endParaRPr lang="ja-JP" sz="1050" kern="100">
                <a:effectLst/>
                <a:latin typeface="Century" panose="020406040505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61" name="直線コネクタ 160">
              <a:extLst>
                <a:ext uri="{FF2B5EF4-FFF2-40B4-BE49-F238E27FC236}">
                  <a16:creationId xmlns:a16="http://schemas.microsoft.com/office/drawing/2014/main" id="{FCB80933-AC9E-4B4B-BC55-A066103461A5}"/>
                </a:ext>
              </a:extLst>
            </p:cNvPr>
            <p:cNvCxnSpPr/>
            <p:nvPr/>
          </p:nvCxnSpPr>
          <p:spPr>
            <a:xfrm>
              <a:off x="8589717" y="593949"/>
              <a:ext cx="21526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グループ化 157">
            <a:extLst>
              <a:ext uri="{FF2B5EF4-FFF2-40B4-BE49-F238E27FC236}">
                <a16:creationId xmlns:a16="http://schemas.microsoft.com/office/drawing/2014/main" id="{91827201-F514-4D24-BD63-3765B7006977}"/>
              </a:ext>
            </a:extLst>
          </p:cNvPr>
          <p:cNvGrpSpPr/>
          <p:nvPr/>
        </p:nvGrpSpPr>
        <p:grpSpPr>
          <a:xfrm>
            <a:off x="520429" y="945029"/>
            <a:ext cx="2685415" cy="409575"/>
            <a:chOff x="4753292" y="3224212"/>
            <a:chExt cx="2685415" cy="409575"/>
          </a:xfrm>
        </p:grpSpPr>
        <p:sp>
          <p:nvSpPr>
            <p:cNvPr id="163" name="テキスト ボックス 2">
              <a:extLst>
                <a:ext uri="{FF2B5EF4-FFF2-40B4-BE49-F238E27FC236}">
                  <a16:creationId xmlns:a16="http://schemas.microsoft.com/office/drawing/2014/main" id="{7F80B16C-8D01-45CF-A8DE-126FB8578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3292" y="3224212"/>
              <a:ext cx="1638300" cy="328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ja-JP" sz="1100" kern="100">
                  <a:effectLst/>
                  <a:latin typeface="Century" panose="02040604050505020304" pitchFamily="18" charset="0"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サンプリングレート</a:t>
              </a:r>
              <a:endParaRPr lang="ja-JP" sz="1050" kern="100">
                <a:effectLst/>
                <a:latin typeface="Century" panose="020406040505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64" name="直線コネクタ 163">
              <a:extLst>
                <a:ext uri="{FF2B5EF4-FFF2-40B4-BE49-F238E27FC236}">
                  <a16:creationId xmlns:a16="http://schemas.microsoft.com/office/drawing/2014/main" id="{A5607E12-E08E-4B93-8C69-42C3EB51977F}"/>
                </a:ext>
              </a:extLst>
            </p:cNvPr>
            <p:cNvCxnSpPr/>
            <p:nvPr/>
          </p:nvCxnSpPr>
          <p:spPr>
            <a:xfrm>
              <a:off x="6220142" y="3552507"/>
              <a:ext cx="78994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テキスト ボックス 2">
              <a:extLst>
                <a:ext uri="{FF2B5EF4-FFF2-40B4-BE49-F238E27FC236}">
                  <a16:creationId xmlns:a16="http://schemas.microsoft.com/office/drawing/2014/main" id="{ABEA4F40-A660-4A28-9AE8-E0B6F5E30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1032" y="3304857"/>
              <a:ext cx="447675" cy="328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100" kern="100">
                  <a:effectLst/>
                  <a:latin typeface="Arial" panose="020B0604020202020204" pitchFamily="34" charset="0"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Hz</a:t>
              </a:r>
              <a:endParaRPr lang="ja-JP" sz="1050" kern="100">
                <a:effectLst/>
                <a:latin typeface="Century" panose="020406040505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</p:grpSp>
      <p:pic>
        <p:nvPicPr>
          <p:cNvPr id="65" name="図 64" descr="無料イラスト素材倉庫/人体図のイラスト・jpg,png,wmf,emf,epsファイル">
            <a:extLst>
              <a:ext uri="{FF2B5EF4-FFF2-40B4-BE49-F238E27FC236}">
                <a16:creationId xmlns:a16="http://schemas.microsoft.com/office/drawing/2014/main" id="{1DFE91BC-FBA2-4D89-9A69-A94387E36471}"/>
              </a:ext>
            </a:extLst>
          </p:cNvPr>
          <p:cNvPicPr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080" b="39453"/>
          <a:stretch/>
        </p:blipFill>
        <p:spPr bwMode="auto">
          <a:xfrm>
            <a:off x="1565845" y="2297722"/>
            <a:ext cx="5029540" cy="333200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7" name="角丸四角形 298">
            <a:extLst>
              <a:ext uri="{FF2B5EF4-FFF2-40B4-BE49-F238E27FC236}">
                <a16:creationId xmlns:a16="http://schemas.microsoft.com/office/drawing/2014/main" id="{74742E3D-154D-4FB9-9076-BE252DDA167E}"/>
              </a:ext>
            </a:extLst>
          </p:cNvPr>
          <p:cNvSpPr/>
          <p:nvPr/>
        </p:nvSpPr>
        <p:spPr>
          <a:xfrm rot="20873116" flipH="1">
            <a:off x="5912738" y="3768648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70" name="テキスト ボックス 2">
            <a:extLst>
              <a:ext uri="{FF2B5EF4-FFF2-40B4-BE49-F238E27FC236}">
                <a16:creationId xmlns:a16="http://schemas.microsoft.com/office/drawing/2014/main" id="{5D41EB43-EA8D-4418-A96A-42D36288C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2368" y="3676068"/>
            <a:ext cx="1275080" cy="28765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上腕三頭筋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46F1D4C4-D4AE-4329-B742-5C459964C44E}"/>
              </a:ext>
            </a:extLst>
          </p:cNvPr>
          <p:cNvCxnSpPr/>
          <p:nvPr/>
        </p:nvCxnSpPr>
        <p:spPr>
          <a:xfrm flipH="1">
            <a:off x="5972962" y="3823759"/>
            <a:ext cx="323850" cy="69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角丸四角形 298">
            <a:extLst>
              <a:ext uri="{FF2B5EF4-FFF2-40B4-BE49-F238E27FC236}">
                <a16:creationId xmlns:a16="http://schemas.microsoft.com/office/drawing/2014/main" id="{00ABC006-0274-492F-889B-011CADE54EAE}"/>
              </a:ext>
            </a:extLst>
          </p:cNvPr>
          <p:cNvSpPr/>
          <p:nvPr/>
        </p:nvSpPr>
        <p:spPr>
          <a:xfrm rot="620247" flipH="1">
            <a:off x="2112921" y="3625546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80" name="角丸四角形 335">
            <a:extLst>
              <a:ext uri="{FF2B5EF4-FFF2-40B4-BE49-F238E27FC236}">
                <a16:creationId xmlns:a16="http://schemas.microsoft.com/office/drawing/2014/main" id="{392EACB6-18CB-40F6-8658-3BAF7C3B454B}"/>
              </a:ext>
            </a:extLst>
          </p:cNvPr>
          <p:cNvSpPr/>
          <p:nvPr/>
        </p:nvSpPr>
        <p:spPr>
          <a:xfrm rot="20492756">
            <a:off x="5868748" y="3392693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81" name="テキスト ボックス 2">
            <a:extLst>
              <a:ext uri="{FF2B5EF4-FFF2-40B4-BE49-F238E27FC236}">
                <a16:creationId xmlns:a16="http://schemas.microsoft.com/office/drawing/2014/main" id="{B4173179-3202-4CEE-889D-BFA30D78F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0954" y="3293952"/>
            <a:ext cx="1366494" cy="29412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三角筋</a:t>
            </a:r>
            <a:r>
              <a:rPr lang="ja-JP" altLang="en-US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後部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EA4D36FF-196B-43D2-A476-6632D47C06E2}"/>
              </a:ext>
            </a:extLst>
          </p:cNvPr>
          <p:cNvCxnSpPr/>
          <p:nvPr/>
        </p:nvCxnSpPr>
        <p:spPr>
          <a:xfrm flipH="1">
            <a:off x="5898477" y="3460955"/>
            <a:ext cx="323850" cy="69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角丸四角形 298">
            <a:extLst>
              <a:ext uri="{FF2B5EF4-FFF2-40B4-BE49-F238E27FC236}">
                <a16:creationId xmlns:a16="http://schemas.microsoft.com/office/drawing/2014/main" id="{55C21522-7273-4238-8120-917F6924B167}"/>
              </a:ext>
            </a:extLst>
          </p:cNvPr>
          <p:cNvSpPr/>
          <p:nvPr/>
        </p:nvSpPr>
        <p:spPr>
          <a:xfrm rot="5400000" flipH="1">
            <a:off x="2379711" y="3532147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91" name="テキスト ボックス 2">
            <a:extLst>
              <a:ext uri="{FF2B5EF4-FFF2-40B4-BE49-F238E27FC236}">
                <a16:creationId xmlns:a16="http://schemas.microsoft.com/office/drawing/2014/main" id="{D78A7262-1E16-4F33-AF5B-49FFE42BF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320" y="3450480"/>
            <a:ext cx="1339817" cy="3238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altLang="en-US" sz="1050" b="1" kern="100" dirty="0"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上腕二頭筋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93" name="テキスト ボックス 2">
            <a:extLst>
              <a:ext uri="{FF2B5EF4-FFF2-40B4-BE49-F238E27FC236}">
                <a16:creationId xmlns:a16="http://schemas.microsoft.com/office/drawing/2014/main" id="{412E16C7-3AFE-49B5-9607-3DECE83CB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864" y="3403132"/>
            <a:ext cx="1339817" cy="3238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altLang="en-US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大胸筋中部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7F00C09B-869F-413D-8C74-41B19765CBF5}"/>
              </a:ext>
            </a:extLst>
          </p:cNvPr>
          <p:cNvCxnSpPr/>
          <p:nvPr/>
        </p:nvCxnSpPr>
        <p:spPr>
          <a:xfrm flipH="1">
            <a:off x="2392257" y="3600013"/>
            <a:ext cx="323850" cy="69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C948718B-38FA-4D14-B0AD-4F6342BAFD35}"/>
              </a:ext>
            </a:extLst>
          </p:cNvPr>
          <p:cNvCxnSpPr>
            <a:cxnSpLocks/>
            <a:endCxn id="91" idx="3"/>
          </p:cNvCxnSpPr>
          <p:nvPr/>
        </p:nvCxnSpPr>
        <p:spPr>
          <a:xfrm flipH="1" flipV="1">
            <a:off x="1863137" y="3612405"/>
            <a:ext cx="251954" cy="60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図 1">
            <a:extLst>
              <a:ext uri="{FF2B5EF4-FFF2-40B4-BE49-F238E27FC236}">
                <a16:creationId xmlns:a16="http://schemas.microsoft.com/office/drawing/2014/main" id="{DA362168-E727-E071-32D6-A052FE247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145" y="2306634"/>
            <a:ext cx="2875337" cy="3322612"/>
          </a:xfrm>
          <a:prstGeom prst="rect">
            <a:avLst/>
          </a:prstGeom>
        </p:spPr>
      </p:pic>
      <p:sp>
        <p:nvSpPr>
          <p:cNvPr id="6" name="角丸四角形 298">
            <a:extLst>
              <a:ext uri="{FF2B5EF4-FFF2-40B4-BE49-F238E27FC236}">
                <a16:creationId xmlns:a16="http://schemas.microsoft.com/office/drawing/2014/main" id="{390674F5-A2EC-6C97-E931-27D6600EBF7F}"/>
              </a:ext>
            </a:extLst>
          </p:cNvPr>
          <p:cNvSpPr/>
          <p:nvPr/>
        </p:nvSpPr>
        <p:spPr>
          <a:xfrm rot="620247" flipH="1">
            <a:off x="9559473" y="3483008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7" name="テキスト ボックス 2">
            <a:extLst>
              <a:ext uri="{FF2B5EF4-FFF2-40B4-BE49-F238E27FC236}">
                <a16:creationId xmlns:a16="http://schemas.microsoft.com/office/drawing/2014/main" id="{E7DDF515-B071-BD6A-CA46-3D73F4A9F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872" y="3307942"/>
            <a:ext cx="1339817" cy="41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altLang="en-US" sz="1050" b="1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肩峰</a:t>
            </a:r>
            <a:endParaRPr lang="en-US" altLang="ja-JP" sz="1050" b="1" kern="100" dirty="0">
              <a:effectLst/>
              <a:latin typeface="Century" panose="02040604050505020304" pitchFamily="18" charset="0"/>
              <a:ea typeface="HG丸ｺﾞｼｯｸM-PRO" panose="020F0600000000000000" pitchFamily="50" charset="-128"/>
              <a:cs typeface="Times New Roman" panose="02020603050405020304" pitchFamily="18" charset="0"/>
            </a:endParaRPr>
          </a:p>
          <a:p>
            <a:pPr algn="just"/>
            <a:r>
              <a:rPr lang="ja-JP" altLang="en-US" sz="1050" b="1" kern="100"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　　（マーカ小）</a:t>
            </a:r>
            <a:endParaRPr lang="ja-JP" altLang="ja-JP" sz="1050" kern="100"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CF0DD38E-4715-9D02-4CCD-DFDF11185859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9309689" y="3517462"/>
            <a:ext cx="251954" cy="127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角丸四角形 298">
            <a:extLst>
              <a:ext uri="{FF2B5EF4-FFF2-40B4-BE49-F238E27FC236}">
                <a16:creationId xmlns:a16="http://schemas.microsoft.com/office/drawing/2014/main" id="{2F0F0548-AF36-AAA3-CACF-524653F889D0}"/>
              </a:ext>
            </a:extLst>
          </p:cNvPr>
          <p:cNvSpPr/>
          <p:nvPr/>
        </p:nvSpPr>
        <p:spPr>
          <a:xfrm rot="620247" flipH="1">
            <a:off x="9754992" y="4147701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10" name="テキスト ボックス 2">
            <a:extLst>
              <a:ext uri="{FF2B5EF4-FFF2-40B4-BE49-F238E27FC236}">
                <a16:creationId xmlns:a16="http://schemas.microsoft.com/office/drawing/2014/main" id="{3096C10B-A9D0-8467-9456-8D03EE8F6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404" y="3876279"/>
            <a:ext cx="1339817" cy="42020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altLang="en-US" sz="1050" b="1" kern="100"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肘外顆</a:t>
            </a:r>
            <a:endParaRPr lang="en-US" altLang="ja-JP" sz="1050" b="1" kern="100" dirty="0">
              <a:latin typeface="Century" panose="02040604050505020304" pitchFamily="18" charset="0"/>
              <a:ea typeface="HG丸ｺﾞｼｯｸM-PRO" panose="020F0600000000000000" pitchFamily="50" charset="-128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</a:pPr>
            <a:r>
              <a:rPr lang="ja-JP" altLang="en-US" sz="1050" b="1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　　（マーカ小）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72AE9CA-0634-5CFF-E239-C2B48C0EF748}"/>
              </a:ext>
            </a:extLst>
          </p:cNvPr>
          <p:cNvCxnSpPr>
            <a:cxnSpLocks/>
            <a:stCxn id="9" idx="3"/>
            <a:endCxn id="10" idx="3"/>
          </p:cNvCxnSpPr>
          <p:nvPr/>
        </p:nvCxnSpPr>
        <p:spPr>
          <a:xfrm flipH="1" flipV="1">
            <a:off x="9102221" y="4086382"/>
            <a:ext cx="653353" cy="126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角丸四角形 298">
            <a:extLst>
              <a:ext uri="{FF2B5EF4-FFF2-40B4-BE49-F238E27FC236}">
                <a16:creationId xmlns:a16="http://schemas.microsoft.com/office/drawing/2014/main" id="{3BD24655-B72A-9ABB-1EAA-6BE77C38265C}"/>
              </a:ext>
            </a:extLst>
          </p:cNvPr>
          <p:cNvSpPr/>
          <p:nvPr/>
        </p:nvSpPr>
        <p:spPr>
          <a:xfrm rot="620247" flipH="1">
            <a:off x="10641513" y="4795107"/>
            <a:ext cx="71755" cy="1435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14" name="テキスト ボックス 2">
            <a:extLst>
              <a:ext uri="{FF2B5EF4-FFF2-40B4-BE49-F238E27FC236}">
                <a16:creationId xmlns:a16="http://schemas.microsoft.com/office/drawing/2014/main" id="{2EAFF2DD-9057-7B07-0700-43F7E7A2A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3113" y="5199161"/>
            <a:ext cx="1339817" cy="485481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altLang="en-US" sz="1050" b="1" kern="100"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示指先端</a:t>
            </a:r>
            <a:endParaRPr lang="en-US" altLang="ja-JP" sz="1050" b="1" kern="100" dirty="0">
              <a:latin typeface="Century" panose="02040604050505020304" pitchFamily="18" charset="0"/>
              <a:ea typeface="HG丸ｺﾞｼｯｸM-PRO" panose="020F0600000000000000" pitchFamily="50" charset="-128"/>
              <a:cs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</a:pPr>
            <a:r>
              <a:rPr lang="ja-JP" altLang="en-US" sz="1050" b="1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　　（指サック）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1E6D34E2-E7B9-0A57-C664-786AB1B1F0E0}"/>
              </a:ext>
            </a:extLst>
          </p:cNvPr>
          <p:cNvCxnSpPr>
            <a:cxnSpLocks/>
            <a:stCxn id="13" idx="1"/>
            <a:endCxn id="14" idx="0"/>
          </p:cNvCxnSpPr>
          <p:nvPr/>
        </p:nvCxnSpPr>
        <p:spPr>
          <a:xfrm>
            <a:off x="10712686" y="4873300"/>
            <a:ext cx="440336" cy="3258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2">
            <a:extLst>
              <a:ext uri="{FF2B5EF4-FFF2-40B4-BE49-F238E27FC236}">
                <a16:creationId xmlns:a16="http://schemas.microsoft.com/office/drawing/2014/main" id="{571659F6-FA14-9996-0F9A-1DB5AE177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7120" y="1577287"/>
            <a:ext cx="23812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ja-JP" altLang="en-US" sz="1600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反射マーカ（</a:t>
            </a:r>
            <a:r>
              <a:rPr lang="en-US" altLang="ja-JP" sz="1600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3</a:t>
            </a:r>
            <a:r>
              <a:rPr lang="ja-JP" altLang="en-US" sz="1600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箇所）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BBFED611-A09B-58B6-1DBC-6D6DE57258ED}"/>
              </a:ext>
            </a:extLst>
          </p:cNvPr>
          <p:cNvCxnSpPr/>
          <p:nvPr/>
        </p:nvCxnSpPr>
        <p:spPr>
          <a:xfrm>
            <a:off x="9638370" y="3672755"/>
            <a:ext cx="104328" cy="469672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6B3379F9-1A38-C59A-E700-14FB6DF44D7C}"/>
              </a:ext>
            </a:extLst>
          </p:cNvPr>
          <p:cNvCxnSpPr>
            <a:cxnSpLocks/>
          </p:cNvCxnSpPr>
          <p:nvPr/>
        </p:nvCxnSpPr>
        <p:spPr>
          <a:xfrm flipH="1" flipV="1">
            <a:off x="9849378" y="4310067"/>
            <a:ext cx="684684" cy="501445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テキスト ボックス 2">
            <a:extLst>
              <a:ext uri="{FF2B5EF4-FFF2-40B4-BE49-F238E27FC236}">
                <a16:creationId xmlns:a16="http://schemas.microsoft.com/office/drawing/2014/main" id="{CCE9C08C-5E02-8C7D-37CD-48F1C11D2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6246" y="3668910"/>
            <a:ext cx="1053735" cy="2491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lvl="0" algn="just">
              <a:spcAft>
                <a:spcPts val="0"/>
              </a:spcAft>
            </a:pPr>
            <a:r>
              <a:rPr lang="en-US" altLang="ja-JP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                cm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31" name="テキスト ボックス 2">
            <a:extLst>
              <a:ext uri="{FF2B5EF4-FFF2-40B4-BE49-F238E27FC236}">
                <a16:creationId xmlns:a16="http://schemas.microsoft.com/office/drawing/2014/main" id="{302B9191-5431-A519-1EE2-223FA0CAD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9419" y="4285383"/>
            <a:ext cx="1053735" cy="2491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lvl="0" algn="just">
              <a:spcAft>
                <a:spcPts val="0"/>
              </a:spcAft>
            </a:pPr>
            <a:r>
              <a:rPr lang="en-US" altLang="ja-JP" sz="105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                cm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904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48</Words>
  <Application>Microsoft Macintosh PowerPoint</Application>
  <PresentationFormat>ワイド画面</PresentationFormat>
  <Paragraphs>17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HG丸ｺﾞｼｯｸM-PRO</vt:lpstr>
      <vt:lpstr>游ゴシック</vt:lpstr>
      <vt:lpstr>游ゴシック Light</vt:lpstr>
      <vt:lpstr>Arial</vt:lpstr>
      <vt:lpstr>Century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y-fujii</dc:creator>
  <cp:lastModifiedBy>小林　泰良</cp:lastModifiedBy>
  <cp:revision>22</cp:revision>
  <cp:lastPrinted>2026-03-02T08:40:55Z</cp:lastPrinted>
  <dcterms:created xsi:type="dcterms:W3CDTF">2025-03-25T03:06:11Z</dcterms:created>
  <dcterms:modified xsi:type="dcterms:W3CDTF">2026-03-02T08:41:29Z</dcterms:modified>
</cp:coreProperties>
</file>